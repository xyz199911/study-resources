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6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6" r:id="rId11"/>
    <p:sldId id="267" r:id="rId12"/>
    <p:sldId id="265" r:id="rId13"/>
    <p:sldId id="269" r:id="rId14"/>
    <p:sldId id="271" r:id="rId15"/>
    <p:sldId id="270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97" r:id="rId25"/>
    <p:sldId id="284" r:id="rId26"/>
    <p:sldId id="285" r:id="rId27"/>
    <p:sldId id="287" r:id="rId28"/>
    <p:sldId id="288" r:id="rId29"/>
    <p:sldId id="289" r:id="rId30"/>
    <p:sldId id="290" r:id="rId31"/>
    <p:sldId id="291" r:id="rId32"/>
  </p:sldIdLst>
  <p:sldSz cx="9144000" cy="6858000" type="screen4x3"/>
  <p:notesSz cx="6858000" cy="9144000"/>
  <p:custShowLst>
    <p:custShow name="自定义放映 1" id="0">
      <p:sldLst/>
    </p:custShow>
    <p:custShow name="自定义放映 2" id="1">
      <p:sldLst/>
    </p:custShow>
    <p:custShow name="自定义放映 3" id="2">
      <p:sldLst/>
    </p:custShow>
  </p:custShow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FF"/>
    <a:srgbClr val="FF00FF"/>
    <a:srgbClr val="FF0000"/>
    <a:srgbClr val="BDFF99"/>
    <a:srgbClr val="CCFF99"/>
    <a:srgbClr val="CCFFCC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22" autoAdjust="0"/>
  </p:normalViewPr>
  <p:slideViewPr>
    <p:cSldViewPr>
      <p:cViewPr varScale="1">
        <p:scale>
          <a:sx n="117" d="100"/>
          <a:sy n="117" d="100"/>
        </p:scale>
        <p:origin x="1800" y="96"/>
      </p:cViewPr>
      <p:guideLst>
        <p:guide orient="horz" pos="26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5AD366-0070-422D-AC36-15DDF458927A}" type="doc">
      <dgm:prSet loTypeId="urn:microsoft.com/office/officeart/2005/8/layout/hierarchy2" loCatId="hierarchy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zh-CN" altLang="en-US"/>
        </a:p>
      </dgm:t>
    </dgm:pt>
    <dgm:pt modelId="{A2A4CB18-46CB-4C9B-A49F-DD634D01BDB4}">
      <dgm:prSet phldrT="[文本]" custT="1"/>
      <dgm:spPr/>
      <dgm:t>
        <a:bodyPr/>
        <a:lstStyle/>
        <a:p>
          <a:r>
            <a:rPr lang="zh-CN" altLang="en-US" sz="1800" dirty="0"/>
            <a:t>正弦波振荡器</a:t>
          </a:r>
        </a:p>
      </dgm:t>
    </dgm:pt>
    <dgm:pt modelId="{A5952A56-3818-40AC-9E75-56E3E3ADEB06}" type="parTrans" cxnId="{9F15C2F8-BDFD-48B0-8EBE-B5960547AA9D}">
      <dgm:prSet/>
      <dgm:spPr/>
      <dgm:t>
        <a:bodyPr/>
        <a:lstStyle/>
        <a:p>
          <a:endParaRPr lang="zh-CN" altLang="en-US" sz="2000"/>
        </a:p>
      </dgm:t>
    </dgm:pt>
    <dgm:pt modelId="{334FDBBF-6E46-40F5-98EE-E984D8A71204}" type="sibTrans" cxnId="{9F15C2F8-BDFD-48B0-8EBE-B5960547AA9D}">
      <dgm:prSet/>
      <dgm:spPr/>
      <dgm:t>
        <a:bodyPr/>
        <a:lstStyle/>
        <a:p>
          <a:endParaRPr lang="zh-CN" altLang="en-US" sz="2000"/>
        </a:p>
      </dgm:t>
    </dgm:pt>
    <dgm:pt modelId="{0FCC5022-1093-48F3-8AAA-C7F5DA89D29F}">
      <dgm:prSet phldrT="[文本]" custT="1"/>
      <dgm:spPr/>
      <dgm:t>
        <a:bodyPr/>
        <a:lstStyle/>
        <a:p>
          <a:r>
            <a:rPr lang="en-US" altLang="zh-CN" sz="1800" dirty="0"/>
            <a:t>LC</a:t>
          </a:r>
          <a:r>
            <a:rPr lang="zh-CN" altLang="en-US" sz="1800" dirty="0"/>
            <a:t>振荡器</a:t>
          </a:r>
        </a:p>
      </dgm:t>
    </dgm:pt>
    <dgm:pt modelId="{5DB77F93-E075-46B0-B0DE-6F1054B464F1}" type="parTrans" cxnId="{A8F7A6B2-976C-4629-9EEE-78D4BD258CA3}">
      <dgm:prSet custT="1"/>
      <dgm:spPr/>
      <dgm:t>
        <a:bodyPr/>
        <a:lstStyle/>
        <a:p>
          <a:endParaRPr lang="zh-CN" altLang="en-US" sz="800"/>
        </a:p>
      </dgm:t>
    </dgm:pt>
    <dgm:pt modelId="{9DB50172-99CA-4EC6-A191-79E7877DD5DE}" type="sibTrans" cxnId="{A8F7A6B2-976C-4629-9EEE-78D4BD258CA3}">
      <dgm:prSet/>
      <dgm:spPr/>
      <dgm:t>
        <a:bodyPr/>
        <a:lstStyle/>
        <a:p>
          <a:endParaRPr lang="zh-CN" altLang="en-US" sz="2000"/>
        </a:p>
      </dgm:t>
    </dgm:pt>
    <dgm:pt modelId="{E1458DC1-84C8-4238-A571-88FAD4D92E1C}">
      <dgm:prSet phldrT="[文本]" custT="1"/>
      <dgm:spPr/>
      <dgm:t>
        <a:bodyPr/>
        <a:lstStyle/>
        <a:p>
          <a:r>
            <a:rPr lang="zh-CN" altLang="en-US" sz="1800" dirty="0"/>
            <a:t>变压器耦合</a:t>
          </a:r>
        </a:p>
      </dgm:t>
    </dgm:pt>
    <dgm:pt modelId="{87DDCF53-6CF3-42D8-9EA7-852B96D823B3}" type="parTrans" cxnId="{FE96EB1D-D09B-4C43-A5CB-02DBAF50D1BE}">
      <dgm:prSet custT="1"/>
      <dgm:spPr/>
      <dgm:t>
        <a:bodyPr/>
        <a:lstStyle/>
        <a:p>
          <a:endParaRPr lang="zh-CN" altLang="en-US" sz="600"/>
        </a:p>
      </dgm:t>
    </dgm:pt>
    <dgm:pt modelId="{E4C7B52E-5A01-4265-BA06-96A1C7B4B685}" type="sibTrans" cxnId="{FE96EB1D-D09B-4C43-A5CB-02DBAF50D1BE}">
      <dgm:prSet/>
      <dgm:spPr/>
      <dgm:t>
        <a:bodyPr/>
        <a:lstStyle/>
        <a:p>
          <a:endParaRPr lang="zh-CN" altLang="en-US" sz="2000"/>
        </a:p>
      </dgm:t>
    </dgm:pt>
    <dgm:pt modelId="{2F3C5163-DFDE-4467-A7B2-EBCF77089A70}">
      <dgm:prSet phldrT="[文本]" custT="1"/>
      <dgm:spPr/>
      <dgm:t>
        <a:bodyPr/>
        <a:lstStyle/>
        <a:p>
          <a:r>
            <a:rPr lang="zh-CN" altLang="en-US" sz="1800" dirty="0"/>
            <a:t>三点式振荡器</a:t>
          </a:r>
        </a:p>
      </dgm:t>
    </dgm:pt>
    <dgm:pt modelId="{CD943FEF-6743-49DE-A28C-D50B53E28ACA}" type="parTrans" cxnId="{65539510-1675-4939-B2A3-ECF755F8F620}">
      <dgm:prSet custT="1"/>
      <dgm:spPr/>
      <dgm:t>
        <a:bodyPr/>
        <a:lstStyle/>
        <a:p>
          <a:endParaRPr lang="zh-CN" altLang="en-US" sz="600"/>
        </a:p>
      </dgm:t>
    </dgm:pt>
    <dgm:pt modelId="{C582435B-FF94-46B5-A30F-6D2DD91A834C}" type="sibTrans" cxnId="{65539510-1675-4939-B2A3-ECF755F8F620}">
      <dgm:prSet/>
      <dgm:spPr/>
      <dgm:t>
        <a:bodyPr/>
        <a:lstStyle/>
        <a:p>
          <a:endParaRPr lang="zh-CN" altLang="en-US" sz="2000"/>
        </a:p>
      </dgm:t>
    </dgm:pt>
    <dgm:pt modelId="{2B41F13C-EB9B-4873-9D5E-614BC38C6A2E}">
      <dgm:prSet phldrT="[文本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1800" dirty="0"/>
            <a:t>晶体振荡器</a:t>
          </a:r>
        </a:p>
      </dgm:t>
    </dgm:pt>
    <dgm:pt modelId="{462D0B41-AF33-4067-B8F1-95E9A5CC5818}" type="parTrans" cxnId="{D7F0A493-AC16-4DE0-9559-0E7CAB7BD533}">
      <dgm:prSet custT="1"/>
      <dgm:spPr/>
      <dgm:t>
        <a:bodyPr/>
        <a:lstStyle/>
        <a:p>
          <a:endParaRPr lang="zh-CN" altLang="en-US" sz="600"/>
        </a:p>
      </dgm:t>
    </dgm:pt>
    <dgm:pt modelId="{37553411-4B41-4300-9868-A1F79CB288FE}" type="sibTrans" cxnId="{D7F0A493-AC16-4DE0-9559-0E7CAB7BD533}">
      <dgm:prSet/>
      <dgm:spPr/>
      <dgm:t>
        <a:bodyPr/>
        <a:lstStyle/>
        <a:p>
          <a:endParaRPr lang="zh-CN" altLang="en-US" sz="2000"/>
        </a:p>
      </dgm:t>
    </dgm:pt>
    <dgm:pt modelId="{90829609-6B40-498D-BEB1-D87E488D8FF0}">
      <dgm:prSet phldrT="[文本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1800" dirty="0"/>
            <a:t>并联谐振：皮尔斯电路、泛音振荡器</a:t>
          </a:r>
        </a:p>
      </dgm:t>
    </dgm:pt>
    <dgm:pt modelId="{D38FA6DE-9367-4BAE-A3FA-0732BB377E71}" type="parTrans" cxnId="{D858638E-59FB-468C-B220-0D76CE3F8D1D}">
      <dgm:prSet custT="1"/>
      <dgm:spPr/>
      <dgm:t>
        <a:bodyPr/>
        <a:lstStyle/>
        <a:p>
          <a:endParaRPr lang="zh-CN" altLang="en-US" sz="600"/>
        </a:p>
      </dgm:t>
    </dgm:pt>
    <dgm:pt modelId="{022DCA5D-1E82-4972-B035-9434E0700B7B}" type="sibTrans" cxnId="{D858638E-59FB-468C-B220-0D76CE3F8D1D}">
      <dgm:prSet/>
      <dgm:spPr/>
      <dgm:t>
        <a:bodyPr/>
        <a:lstStyle/>
        <a:p>
          <a:endParaRPr lang="zh-CN" altLang="en-US" sz="2000"/>
        </a:p>
      </dgm:t>
    </dgm:pt>
    <dgm:pt modelId="{74923860-6CD0-438D-8DD0-7C179BB718BE}">
      <dgm:prSet phldrT="[文本]" custT="1"/>
      <dgm:spPr/>
      <dgm:t>
        <a:bodyPr/>
        <a:lstStyle/>
        <a:p>
          <a:r>
            <a:rPr lang="zh-CN" altLang="en-US" sz="1800" dirty="0"/>
            <a:t>电容三点式</a:t>
          </a:r>
        </a:p>
      </dgm:t>
    </dgm:pt>
    <dgm:pt modelId="{2C7CA3F6-C5D6-4DDE-9B5F-66BF91E4AF47}" type="parTrans" cxnId="{BD8869AE-9190-4C58-A6D2-259511C2CAB0}">
      <dgm:prSet custT="1"/>
      <dgm:spPr/>
      <dgm:t>
        <a:bodyPr/>
        <a:lstStyle/>
        <a:p>
          <a:endParaRPr lang="zh-CN" altLang="en-US" sz="600"/>
        </a:p>
      </dgm:t>
    </dgm:pt>
    <dgm:pt modelId="{AF7B6AC6-CF57-42EA-9FD2-E93CBF0FCD3C}" type="sibTrans" cxnId="{BD8869AE-9190-4C58-A6D2-259511C2CAB0}">
      <dgm:prSet/>
      <dgm:spPr/>
      <dgm:t>
        <a:bodyPr/>
        <a:lstStyle/>
        <a:p>
          <a:endParaRPr lang="zh-CN" altLang="en-US" sz="2000"/>
        </a:p>
      </dgm:t>
    </dgm:pt>
    <dgm:pt modelId="{4272C34B-7371-409A-B107-3330FB797B5D}">
      <dgm:prSet phldrT="[文本]" custT="1"/>
      <dgm:spPr/>
      <dgm:t>
        <a:bodyPr/>
        <a:lstStyle/>
        <a:p>
          <a:r>
            <a:rPr lang="zh-CN" altLang="en-US" sz="1800" dirty="0"/>
            <a:t>电感三点式</a:t>
          </a:r>
        </a:p>
      </dgm:t>
    </dgm:pt>
    <dgm:pt modelId="{547901FF-54CD-4120-A783-AC305E5C85E5}" type="parTrans" cxnId="{C0FC49A2-C658-46FB-8926-304AB919C959}">
      <dgm:prSet custT="1"/>
      <dgm:spPr/>
      <dgm:t>
        <a:bodyPr/>
        <a:lstStyle/>
        <a:p>
          <a:endParaRPr lang="zh-CN" altLang="en-US" sz="600"/>
        </a:p>
      </dgm:t>
    </dgm:pt>
    <dgm:pt modelId="{F9F0F449-929E-4AE4-91A6-91376B2D1C0A}" type="sibTrans" cxnId="{C0FC49A2-C658-46FB-8926-304AB919C959}">
      <dgm:prSet/>
      <dgm:spPr/>
      <dgm:t>
        <a:bodyPr/>
        <a:lstStyle/>
        <a:p>
          <a:endParaRPr lang="zh-CN" altLang="en-US" sz="2000"/>
        </a:p>
      </dgm:t>
    </dgm:pt>
    <dgm:pt modelId="{023A874D-ED64-4BB2-AE2A-2D071575503B}">
      <dgm:prSet phldrT="[文本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2D2D8A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 spcFirstLastPara="0" vert="horz" wrap="square" lIns="11430" tIns="11430" rIns="11430" bIns="1143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FFFF"/>
              </a:solidFill>
              <a:latin typeface="Arial"/>
              <a:ea typeface="宋体"/>
              <a:cs typeface="+mn-cs"/>
            </a:rPr>
            <a:t>改进型：克拉泼电路、西勒电路</a:t>
          </a:r>
        </a:p>
      </dgm:t>
    </dgm:pt>
    <dgm:pt modelId="{89794D49-3502-428C-877F-E7BBFF075257}" type="parTrans" cxnId="{F45AC543-9F21-4B78-8936-9AAE0CF58175}">
      <dgm:prSet custT="1"/>
      <dgm:spPr/>
      <dgm:t>
        <a:bodyPr/>
        <a:lstStyle/>
        <a:p>
          <a:endParaRPr lang="zh-CN" altLang="en-US" sz="600"/>
        </a:p>
      </dgm:t>
    </dgm:pt>
    <dgm:pt modelId="{5F62D1F3-B86A-437D-9B97-9E0B76CE6F27}" type="sibTrans" cxnId="{F45AC543-9F21-4B78-8936-9AAE0CF58175}">
      <dgm:prSet/>
      <dgm:spPr/>
      <dgm:t>
        <a:bodyPr/>
        <a:lstStyle/>
        <a:p>
          <a:endParaRPr lang="zh-CN" altLang="en-US" sz="2000"/>
        </a:p>
      </dgm:t>
    </dgm:pt>
    <dgm:pt modelId="{04DA49AB-C90D-4A28-B8D8-AC4D55368856}">
      <dgm:prSet phldrT="[文本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1800" dirty="0"/>
            <a:t>串联谐振</a:t>
          </a:r>
        </a:p>
      </dgm:t>
    </dgm:pt>
    <dgm:pt modelId="{018A4199-BD29-47B8-BFD5-0414EA4E1D77}" type="parTrans" cxnId="{3748AE22-6199-423D-82E4-F9D238E73294}">
      <dgm:prSet custT="1"/>
      <dgm:spPr/>
      <dgm:t>
        <a:bodyPr/>
        <a:lstStyle/>
        <a:p>
          <a:endParaRPr lang="zh-CN" altLang="en-US" sz="600"/>
        </a:p>
      </dgm:t>
    </dgm:pt>
    <dgm:pt modelId="{A52397AC-7884-42D7-AB09-E9ED7F5F26C9}" type="sibTrans" cxnId="{3748AE22-6199-423D-82E4-F9D238E73294}">
      <dgm:prSet/>
      <dgm:spPr/>
      <dgm:t>
        <a:bodyPr/>
        <a:lstStyle/>
        <a:p>
          <a:endParaRPr lang="zh-CN" altLang="en-US" sz="2000"/>
        </a:p>
      </dgm:t>
    </dgm:pt>
    <dgm:pt modelId="{C67D961A-43DF-4036-B88B-C63E84FA1F1A}">
      <dgm:prSet phldrT="[文本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CN" sz="1800" dirty="0"/>
            <a:t>RC</a:t>
          </a:r>
          <a:r>
            <a:rPr lang="zh-CN" altLang="en-US" sz="1800" dirty="0"/>
            <a:t>振荡</a:t>
          </a:r>
        </a:p>
      </dgm:t>
    </dgm:pt>
    <dgm:pt modelId="{C5126B7D-94FC-421D-982F-B6C9B3B6A438}" type="parTrans" cxnId="{5DAA98EC-535E-4023-A556-167A44413E7C}">
      <dgm:prSet/>
      <dgm:spPr/>
      <dgm:t>
        <a:bodyPr/>
        <a:lstStyle/>
        <a:p>
          <a:endParaRPr lang="zh-CN" altLang="en-US"/>
        </a:p>
      </dgm:t>
    </dgm:pt>
    <dgm:pt modelId="{94792B37-E30B-4003-82CA-B3DDB290EC7D}" type="sibTrans" cxnId="{5DAA98EC-535E-4023-A556-167A44413E7C}">
      <dgm:prSet/>
      <dgm:spPr/>
      <dgm:t>
        <a:bodyPr/>
        <a:lstStyle/>
        <a:p>
          <a:endParaRPr lang="zh-CN" altLang="en-US"/>
        </a:p>
      </dgm:t>
    </dgm:pt>
    <dgm:pt modelId="{33EA201F-3547-4D10-BC84-915D893BC544}">
      <dgm:prSet phldrT="[文本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1800" dirty="0"/>
            <a:t>文氏电桥振荡器</a:t>
          </a:r>
        </a:p>
      </dgm:t>
    </dgm:pt>
    <dgm:pt modelId="{87CECAF2-EB57-41BC-92D3-0A1CD4DD9DAA}" type="parTrans" cxnId="{749B67DB-83FC-4396-BC10-9C27446C7830}">
      <dgm:prSet/>
      <dgm:spPr/>
      <dgm:t>
        <a:bodyPr/>
        <a:lstStyle/>
        <a:p>
          <a:endParaRPr lang="zh-CN" altLang="en-US"/>
        </a:p>
      </dgm:t>
    </dgm:pt>
    <dgm:pt modelId="{5ED84062-DA69-4210-A3D7-8409BFE6A912}" type="sibTrans" cxnId="{749B67DB-83FC-4396-BC10-9C27446C7830}">
      <dgm:prSet/>
      <dgm:spPr/>
      <dgm:t>
        <a:bodyPr/>
        <a:lstStyle/>
        <a:p>
          <a:endParaRPr lang="zh-CN" altLang="en-US"/>
        </a:p>
      </dgm:t>
    </dgm:pt>
    <dgm:pt modelId="{EE6E3A46-09C3-46E1-BF79-7142BA3AC194}" type="pres">
      <dgm:prSet presAssocID="{285AD366-0070-422D-AC36-15DDF458927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B18B234-B49C-4488-BDC0-33B20F540731}" type="pres">
      <dgm:prSet presAssocID="{A2A4CB18-46CB-4C9B-A49F-DD634D01BDB4}" presName="root1" presStyleCnt="0"/>
      <dgm:spPr/>
    </dgm:pt>
    <dgm:pt modelId="{49A4E9F8-E002-4713-A972-FF4741940052}" type="pres">
      <dgm:prSet presAssocID="{A2A4CB18-46CB-4C9B-A49F-DD634D01BDB4}" presName="LevelOneTextNode" presStyleLbl="node0" presStyleIdx="0" presStyleCnt="1" custScaleX="65036">
        <dgm:presLayoutVars>
          <dgm:chPref val="3"/>
        </dgm:presLayoutVars>
      </dgm:prSet>
      <dgm:spPr/>
    </dgm:pt>
    <dgm:pt modelId="{3E01F2EE-1FBE-4442-9FD4-21CAE5269DA4}" type="pres">
      <dgm:prSet presAssocID="{A2A4CB18-46CB-4C9B-A49F-DD634D01BDB4}" presName="level2hierChild" presStyleCnt="0"/>
      <dgm:spPr/>
    </dgm:pt>
    <dgm:pt modelId="{182325C4-1E74-4345-B9E0-21C0611AC53D}" type="pres">
      <dgm:prSet presAssocID="{5DB77F93-E075-46B0-B0DE-6F1054B464F1}" presName="conn2-1" presStyleLbl="parChTrans1D2" presStyleIdx="0" presStyleCnt="3"/>
      <dgm:spPr/>
    </dgm:pt>
    <dgm:pt modelId="{BBB0E29A-8906-4A0A-B7CF-E7B66A29F620}" type="pres">
      <dgm:prSet presAssocID="{5DB77F93-E075-46B0-B0DE-6F1054B464F1}" presName="connTx" presStyleLbl="parChTrans1D2" presStyleIdx="0" presStyleCnt="3"/>
      <dgm:spPr/>
    </dgm:pt>
    <dgm:pt modelId="{8BA1E954-C406-4A1D-BB26-9B0DB984B25C}" type="pres">
      <dgm:prSet presAssocID="{0FCC5022-1093-48F3-8AAA-C7F5DA89D29F}" presName="root2" presStyleCnt="0"/>
      <dgm:spPr/>
    </dgm:pt>
    <dgm:pt modelId="{7B75F5EC-50DD-4067-8F28-C790E0E2698F}" type="pres">
      <dgm:prSet presAssocID="{0FCC5022-1093-48F3-8AAA-C7F5DA89D29F}" presName="LevelTwoTextNode" presStyleLbl="node2" presStyleIdx="0" presStyleCnt="3">
        <dgm:presLayoutVars>
          <dgm:chPref val="3"/>
        </dgm:presLayoutVars>
      </dgm:prSet>
      <dgm:spPr/>
    </dgm:pt>
    <dgm:pt modelId="{24551614-B44C-406D-8A2C-DC134092B589}" type="pres">
      <dgm:prSet presAssocID="{0FCC5022-1093-48F3-8AAA-C7F5DA89D29F}" presName="level3hierChild" presStyleCnt="0"/>
      <dgm:spPr/>
    </dgm:pt>
    <dgm:pt modelId="{9481A993-8A4A-48D4-8281-75148F0562FA}" type="pres">
      <dgm:prSet presAssocID="{87DDCF53-6CF3-42D8-9EA7-852B96D823B3}" presName="conn2-1" presStyleLbl="parChTrans1D3" presStyleIdx="0" presStyleCnt="5"/>
      <dgm:spPr/>
    </dgm:pt>
    <dgm:pt modelId="{1109F74A-2BFF-4ECB-A656-5231031EAADE}" type="pres">
      <dgm:prSet presAssocID="{87DDCF53-6CF3-42D8-9EA7-852B96D823B3}" presName="connTx" presStyleLbl="parChTrans1D3" presStyleIdx="0" presStyleCnt="5"/>
      <dgm:spPr/>
    </dgm:pt>
    <dgm:pt modelId="{BE8BC397-A73A-425D-9D4A-F2E740D1DAF4}" type="pres">
      <dgm:prSet presAssocID="{E1458DC1-84C8-4238-A571-88FAD4D92E1C}" presName="root2" presStyleCnt="0"/>
      <dgm:spPr/>
    </dgm:pt>
    <dgm:pt modelId="{BC0E4299-9E49-461D-A837-7AE472D9BBA3}" type="pres">
      <dgm:prSet presAssocID="{E1458DC1-84C8-4238-A571-88FAD4D92E1C}" presName="LevelTwoTextNode" presStyleLbl="node3" presStyleIdx="0" presStyleCnt="5">
        <dgm:presLayoutVars>
          <dgm:chPref val="3"/>
        </dgm:presLayoutVars>
      </dgm:prSet>
      <dgm:spPr/>
    </dgm:pt>
    <dgm:pt modelId="{20A62893-409D-45A4-9F80-2A47B89F1FA7}" type="pres">
      <dgm:prSet presAssocID="{E1458DC1-84C8-4238-A571-88FAD4D92E1C}" presName="level3hierChild" presStyleCnt="0"/>
      <dgm:spPr/>
    </dgm:pt>
    <dgm:pt modelId="{4CC3F4DB-A963-4D30-A57F-7712BEA53F74}" type="pres">
      <dgm:prSet presAssocID="{CD943FEF-6743-49DE-A28C-D50B53E28ACA}" presName="conn2-1" presStyleLbl="parChTrans1D3" presStyleIdx="1" presStyleCnt="5"/>
      <dgm:spPr/>
    </dgm:pt>
    <dgm:pt modelId="{91543128-EB73-4441-BB6D-E8FF2F9D84FB}" type="pres">
      <dgm:prSet presAssocID="{CD943FEF-6743-49DE-A28C-D50B53E28ACA}" presName="connTx" presStyleLbl="parChTrans1D3" presStyleIdx="1" presStyleCnt="5"/>
      <dgm:spPr/>
    </dgm:pt>
    <dgm:pt modelId="{CBD927CA-4F1F-4C0A-A59D-3E88FEE3E7BF}" type="pres">
      <dgm:prSet presAssocID="{2F3C5163-DFDE-4467-A7B2-EBCF77089A70}" presName="root2" presStyleCnt="0"/>
      <dgm:spPr/>
    </dgm:pt>
    <dgm:pt modelId="{E06F8E74-871B-4A7E-9EE2-831F9F85D4BB}" type="pres">
      <dgm:prSet presAssocID="{2F3C5163-DFDE-4467-A7B2-EBCF77089A70}" presName="LevelTwoTextNode" presStyleLbl="node3" presStyleIdx="1" presStyleCnt="5" custScaleX="68535">
        <dgm:presLayoutVars>
          <dgm:chPref val="3"/>
        </dgm:presLayoutVars>
      </dgm:prSet>
      <dgm:spPr/>
    </dgm:pt>
    <dgm:pt modelId="{071F0EB1-8565-4821-85FB-CD8C23182914}" type="pres">
      <dgm:prSet presAssocID="{2F3C5163-DFDE-4467-A7B2-EBCF77089A70}" presName="level3hierChild" presStyleCnt="0"/>
      <dgm:spPr/>
    </dgm:pt>
    <dgm:pt modelId="{DF8FCAD2-E63A-4218-A078-366F1CB8A85B}" type="pres">
      <dgm:prSet presAssocID="{2C7CA3F6-C5D6-4DDE-9B5F-66BF91E4AF47}" presName="conn2-1" presStyleLbl="parChTrans1D4" presStyleIdx="0" presStyleCnt="3"/>
      <dgm:spPr/>
    </dgm:pt>
    <dgm:pt modelId="{A625223D-4B5D-4788-A475-B045A2DA588A}" type="pres">
      <dgm:prSet presAssocID="{2C7CA3F6-C5D6-4DDE-9B5F-66BF91E4AF47}" presName="connTx" presStyleLbl="parChTrans1D4" presStyleIdx="0" presStyleCnt="3"/>
      <dgm:spPr/>
    </dgm:pt>
    <dgm:pt modelId="{13A7191E-15FF-4B44-B950-C8300C771997}" type="pres">
      <dgm:prSet presAssocID="{74923860-6CD0-438D-8DD0-7C179BB718BE}" presName="root2" presStyleCnt="0"/>
      <dgm:spPr/>
    </dgm:pt>
    <dgm:pt modelId="{CB06C3BF-4532-431E-A2C3-A42C9AE2B608}" type="pres">
      <dgm:prSet presAssocID="{74923860-6CD0-438D-8DD0-7C179BB718BE}" presName="LevelTwoTextNode" presStyleLbl="node4" presStyleIdx="0" presStyleCnt="3">
        <dgm:presLayoutVars>
          <dgm:chPref val="3"/>
        </dgm:presLayoutVars>
      </dgm:prSet>
      <dgm:spPr/>
    </dgm:pt>
    <dgm:pt modelId="{C4B571F6-7C25-49A5-BA2D-3912EED44B09}" type="pres">
      <dgm:prSet presAssocID="{74923860-6CD0-438D-8DD0-7C179BB718BE}" presName="level3hierChild" presStyleCnt="0"/>
      <dgm:spPr/>
    </dgm:pt>
    <dgm:pt modelId="{9016C5B0-7844-4A8E-B6C4-894BA8F2CC43}" type="pres">
      <dgm:prSet presAssocID="{547901FF-54CD-4120-A783-AC305E5C85E5}" presName="conn2-1" presStyleLbl="parChTrans1D4" presStyleIdx="1" presStyleCnt="3"/>
      <dgm:spPr/>
    </dgm:pt>
    <dgm:pt modelId="{84C146D1-8706-41F3-99E9-895F3D6A55F9}" type="pres">
      <dgm:prSet presAssocID="{547901FF-54CD-4120-A783-AC305E5C85E5}" presName="connTx" presStyleLbl="parChTrans1D4" presStyleIdx="1" presStyleCnt="3"/>
      <dgm:spPr/>
    </dgm:pt>
    <dgm:pt modelId="{7AE57730-93FF-4063-9F76-8CDD6B60A8BD}" type="pres">
      <dgm:prSet presAssocID="{4272C34B-7371-409A-B107-3330FB797B5D}" presName="root2" presStyleCnt="0"/>
      <dgm:spPr/>
    </dgm:pt>
    <dgm:pt modelId="{2DA80CE9-DD82-4A09-A303-CCA52F0EB94D}" type="pres">
      <dgm:prSet presAssocID="{4272C34B-7371-409A-B107-3330FB797B5D}" presName="LevelTwoTextNode" presStyleLbl="node4" presStyleIdx="1" presStyleCnt="3">
        <dgm:presLayoutVars>
          <dgm:chPref val="3"/>
        </dgm:presLayoutVars>
      </dgm:prSet>
      <dgm:spPr/>
    </dgm:pt>
    <dgm:pt modelId="{3B37B55A-9F64-4BB9-854E-ACFA0719923D}" type="pres">
      <dgm:prSet presAssocID="{4272C34B-7371-409A-B107-3330FB797B5D}" presName="level3hierChild" presStyleCnt="0"/>
      <dgm:spPr/>
    </dgm:pt>
    <dgm:pt modelId="{4874950A-5498-425F-92F4-1FFA04BAA097}" type="pres">
      <dgm:prSet presAssocID="{89794D49-3502-428C-877F-E7BBFF075257}" presName="conn2-1" presStyleLbl="parChTrans1D4" presStyleIdx="2" presStyleCnt="3"/>
      <dgm:spPr/>
    </dgm:pt>
    <dgm:pt modelId="{2D6B7D80-6BD1-42F2-8204-A1BF258DA50A}" type="pres">
      <dgm:prSet presAssocID="{89794D49-3502-428C-877F-E7BBFF075257}" presName="connTx" presStyleLbl="parChTrans1D4" presStyleIdx="2" presStyleCnt="3"/>
      <dgm:spPr/>
    </dgm:pt>
    <dgm:pt modelId="{C2E9A561-3033-4B54-9CC5-18561EFE4F3D}" type="pres">
      <dgm:prSet presAssocID="{023A874D-ED64-4BB2-AE2A-2D071575503B}" presName="root2" presStyleCnt="0"/>
      <dgm:spPr/>
    </dgm:pt>
    <dgm:pt modelId="{BAE00889-F36A-4A18-BBC0-F9662A5D5C2C}" type="pres">
      <dgm:prSet presAssocID="{023A874D-ED64-4BB2-AE2A-2D071575503B}" presName="LevelTwoTextNode" presStyleLbl="node4" presStyleIdx="2" presStyleCnt="3">
        <dgm:presLayoutVars>
          <dgm:chPref val="3"/>
        </dgm:presLayoutVars>
      </dgm:prSet>
      <dgm:spPr>
        <a:xfrm>
          <a:off x="6198141" y="2044362"/>
          <a:ext cx="1750751" cy="875375"/>
        </a:xfrm>
        <a:prstGeom prst="roundRect">
          <a:avLst>
            <a:gd name="adj" fmla="val 10000"/>
          </a:avLst>
        </a:prstGeom>
      </dgm:spPr>
    </dgm:pt>
    <dgm:pt modelId="{7E79D73A-63A0-491F-8AA6-A219F0451E92}" type="pres">
      <dgm:prSet presAssocID="{023A874D-ED64-4BB2-AE2A-2D071575503B}" presName="level3hierChild" presStyleCnt="0"/>
      <dgm:spPr/>
    </dgm:pt>
    <dgm:pt modelId="{03A1BCBF-5BCF-4EB7-B1DC-6F6A3C3BD556}" type="pres">
      <dgm:prSet presAssocID="{462D0B41-AF33-4067-B8F1-95E9A5CC5818}" presName="conn2-1" presStyleLbl="parChTrans1D2" presStyleIdx="1" presStyleCnt="3"/>
      <dgm:spPr/>
    </dgm:pt>
    <dgm:pt modelId="{F0B5DD63-0E10-4A1E-B749-10444EE1DFAD}" type="pres">
      <dgm:prSet presAssocID="{462D0B41-AF33-4067-B8F1-95E9A5CC5818}" presName="connTx" presStyleLbl="parChTrans1D2" presStyleIdx="1" presStyleCnt="3"/>
      <dgm:spPr/>
    </dgm:pt>
    <dgm:pt modelId="{8806CF5E-53A7-4353-9471-D3B3271DA4B3}" type="pres">
      <dgm:prSet presAssocID="{2B41F13C-EB9B-4873-9D5E-614BC38C6A2E}" presName="root2" presStyleCnt="0"/>
      <dgm:spPr/>
    </dgm:pt>
    <dgm:pt modelId="{C4F62944-90C8-4464-AD02-7CF5742E7F6A}" type="pres">
      <dgm:prSet presAssocID="{2B41F13C-EB9B-4873-9D5E-614BC38C6A2E}" presName="LevelTwoTextNode" presStyleLbl="node2" presStyleIdx="1" presStyleCnt="3">
        <dgm:presLayoutVars>
          <dgm:chPref val="3"/>
        </dgm:presLayoutVars>
      </dgm:prSet>
      <dgm:spPr/>
    </dgm:pt>
    <dgm:pt modelId="{57DFEFC2-2409-47BB-819F-1916BBB95E6C}" type="pres">
      <dgm:prSet presAssocID="{2B41F13C-EB9B-4873-9D5E-614BC38C6A2E}" presName="level3hierChild" presStyleCnt="0"/>
      <dgm:spPr/>
    </dgm:pt>
    <dgm:pt modelId="{32637BD3-288C-4494-8594-7E239DE6F18A}" type="pres">
      <dgm:prSet presAssocID="{D38FA6DE-9367-4BAE-A3FA-0732BB377E71}" presName="conn2-1" presStyleLbl="parChTrans1D3" presStyleIdx="2" presStyleCnt="5"/>
      <dgm:spPr/>
    </dgm:pt>
    <dgm:pt modelId="{E1DA03D4-7623-450E-8A42-5E084A53ED73}" type="pres">
      <dgm:prSet presAssocID="{D38FA6DE-9367-4BAE-A3FA-0732BB377E71}" presName="connTx" presStyleLbl="parChTrans1D3" presStyleIdx="2" presStyleCnt="5"/>
      <dgm:spPr/>
    </dgm:pt>
    <dgm:pt modelId="{9196179F-DE2C-40CD-9429-2BA8DB193EC2}" type="pres">
      <dgm:prSet presAssocID="{90829609-6B40-498D-BEB1-D87E488D8FF0}" presName="root2" presStyleCnt="0"/>
      <dgm:spPr/>
    </dgm:pt>
    <dgm:pt modelId="{43F72666-9F28-4222-B201-54391B3269CC}" type="pres">
      <dgm:prSet presAssocID="{90829609-6B40-498D-BEB1-D87E488D8FF0}" presName="LevelTwoTextNode" presStyleLbl="node3" presStyleIdx="2" presStyleCnt="5">
        <dgm:presLayoutVars>
          <dgm:chPref val="3"/>
        </dgm:presLayoutVars>
      </dgm:prSet>
      <dgm:spPr/>
    </dgm:pt>
    <dgm:pt modelId="{F059335B-3043-4E50-8108-4F792BB7F639}" type="pres">
      <dgm:prSet presAssocID="{90829609-6B40-498D-BEB1-D87E488D8FF0}" presName="level3hierChild" presStyleCnt="0"/>
      <dgm:spPr/>
    </dgm:pt>
    <dgm:pt modelId="{0B9F4834-F2CD-488E-8CD1-895B24BD1151}" type="pres">
      <dgm:prSet presAssocID="{018A4199-BD29-47B8-BFD5-0414EA4E1D77}" presName="conn2-1" presStyleLbl="parChTrans1D3" presStyleIdx="3" presStyleCnt="5"/>
      <dgm:spPr/>
    </dgm:pt>
    <dgm:pt modelId="{B059AB96-56E4-47D2-9757-382455D87D96}" type="pres">
      <dgm:prSet presAssocID="{018A4199-BD29-47B8-BFD5-0414EA4E1D77}" presName="connTx" presStyleLbl="parChTrans1D3" presStyleIdx="3" presStyleCnt="5"/>
      <dgm:spPr/>
    </dgm:pt>
    <dgm:pt modelId="{E20C125E-B957-437C-A99F-F961328DE797}" type="pres">
      <dgm:prSet presAssocID="{04DA49AB-C90D-4A28-B8D8-AC4D55368856}" presName="root2" presStyleCnt="0"/>
      <dgm:spPr/>
    </dgm:pt>
    <dgm:pt modelId="{BD2B653A-168E-48C7-98E2-CDA9B642BA8E}" type="pres">
      <dgm:prSet presAssocID="{04DA49AB-C90D-4A28-B8D8-AC4D55368856}" presName="LevelTwoTextNode" presStyleLbl="node3" presStyleIdx="3" presStyleCnt="5">
        <dgm:presLayoutVars>
          <dgm:chPref val="3"/>
        </dgm:presLayoutVars>
      </dgm:prSet>
      <dgm:spPr/>
    </dgm:pt>
    <dgm:pt modelId="{B73AC31A-8751-4D11-9134-118732437E2D}" type="pres">
      <dgm:prSet presAssocID="{04DA49AB-C90D-4A28-B8D8-AC4D55368856}" presName="level3hierChild" presStyleCnt="0"/>
      <dgm:spPr/>
    </dgm:pt>
    <dgm:pt modelId="{3A3CB66F-F3BE-4395-8CBC-CF313441B9F1}" type="pres">
      <dgm:prSet presAssocID="{C5126B7D-94FC-421D-982F-B6C9B3B6A438}" presName="conn2-1" presStyleLbl="parChTrans1D2" presStyleIdx="2" presStyleCnt="3"/>
      <dgm:spPr/>
    </dgm:pt>
    <dgm:pt modelId="{B84FDD1F-CFA1-4055-9EFC-8B302A6AC4C4}" type="pres">
      <dgm:prSet presAssocID="{C5126B7D-94FC-421D-982F-B6C9B3B6A438}" presName="connTx" presStyleLbl="parChTrans1D2" presStyleIdx="2" presStyleCnt="3"/>
      <dgm:spPr/>
    </dgm:pt>
    <dgm:pt modelId="{54D94879-6C53-4A46-9E93-0F4694ECAF8F}" type="pres">
      <dgm:prSet presAssocID="{C67D961A-43DF-4036-B88B-C63E84FA1F1A}" presName="root2" presStyleCnt="0"/>
      <dgm:spPr/>
    </dgm:pt>
    <dgm:pt modelId="{C075DFA2-2C8C-4A0F-9B20-6C3C3EF29BE8}" type="pres">
      <dgm:prSet presAssocID="{C67D961A-43DF-4036-B88B-C63E84FA1F1A}" presName="LevelTwoTextNode" presStyleLbl="node2" presStyleIdx="2" presStyleCnt="3">
        <dgm:presLayoutVars>
          <dgm:chPref val="3"/>
        </dgm:presLayoutVars>
      </dgm:prSet>
      <dgm:spPr/>
    </dgm:pt>
    <dgm:pt modelId="{CB687429-F0C2-4DB9-9DB6-033CB9C34292}" type="pres">
      <dgm:prSet presAssocID="{C67D961A-43DF-4036-B88B-C63E84FA1F1A}" presName="level3hierChild" presStyleCnt="0"/>
      <dgm:spPr/>
    </dgm:pt>
    <dgm:pt modelId="{D7F3707E-D45E-4775-A1D2-7605363ABA4E}" type="pres">
      <dgm:prSet presAssocID="{87CECAF2-EB57-41BC-92D3-0A1CD4DD9DAA}" presName="conn2-1" presStyleLbl="parChTrans1D3" presStyleIdx="4" presStyleCnt="5"/>
      <dgm:spPr/>
    </dgm:pt>
    <dgm:pt modelId="{8029D16A-D7F2-407A-BCD4-4E2A74CE2D2E}" type="pres">
      <dgm:prSet presAssocID="{87CECAF2-EB57-41BC-92D3-0A1CD4DD9DAA}" presName="connTx" presStyleLbl="parChTrans1D3" presStyleIdx="4" presStyleCnt="5"/>
      <dgm:spPr/>
    </dgm:pt>
    <dgm:pt modelId="{9745ECCC-3FE4-499F-A4F8-D40E290EBC08}" type="pres">
      <dgm:prSet presAssocID="{33EA201F-3547-4D10-BC84-915D893BC544}" presName="root2" presStyleCnt="0"/>
      <dgm:spPr/>
    </dgm:pt>
    <dgm:pt modelId="{4A8BFC4E-4D81-4227-8979-4E5A6A81010F}" type="pres">
      <dgm:prSet presAssocID="{33EA201F-3547-4D10-BC84-915D893BC544}" presName="LevelTwoTextNode" presStyleLbl="node3" presStyleIdx="4" presStyleCnt="5">
        <dgm:presLayoutVars>
          <dgm:chPref val="3"/>
        </dgm:presLayoutVars>
      </dgm:prSet>
      <dgm:spPr/>
    </dgm:pt>
    <dgm:pt modelId="{CB60B3E0-365E-46A6-B9FA-194B56605CE1}" type="pres">
      <dgm:prSet presAssocID="{33EA201F-3547-4D10-BC84-915D893BC544}" presName="level3hierChild" presStyleCnt="0"/>
      <dgm:spPr/>
    </dgm:pt>
  </dgm:ptLst>
  <dgm:cxnLst>
    <dgm:cxn modelId="{8D8F5F05-49F9-4AC9-B0C6-0EEBFD1C5C18}" type="presOf" srcId="{74923860-6CD0-438D-8DD0-7C179BB718BE}" destId="{CB06C3BF-4532-431E-A2C3-A42C9AE2B608}" srcOrd="0" destOrd="0" presId="urn:microsoft.com/office/officeart/2005/8/layout/hierarchy2"/>
    <dgm:cxn modelId="{D43C420E-40BD-4BDF-A5B1-42068196E52C}" type="presOf" srcId="{87CECAF2-EB57-41BC-92D3-0A1CD4DD9DAA}" destId="{D7F3707E-D45E-4775-A1D2-7605363ABA4E}" srcOrd="0" destOrd="0" presId="urn:microsoft.com/office/officeart/2005/8/layout/hierarchy2"/>
    <dgm:cxn modelId="{65539510-1675-4939-B2A3-ECF755F8F620}" srcId="{0FCC5022-1093-48F3-8AAA-C7F5DA89D29F}" destId="{2F3C5163-DFDE-4467-A7B2-EBCF77089A70}" srcOrd="1" destOrd="0" parTransId="{CD943FEF-6743-49DE-A28C-D50B53E28ACA}" sibTransId="{C582435B-FF94-46B5-A30F-6D2DD91A834C}"/>
    <dgm:cxn modelId="{FE96EB1D-D09B-4C43-A5CB-02DBAF50D1BE}" srcId="{0FCC5022-1093-48F3-8AAA-C7F5DA89D29F}" destId="{E1458DC1-84C8-4238-A571-88FAD4D92E1C}" srcOrd="0" destOrd="0" parTransId="{87DDCF53-6CF3-42D8-9EA7-852B96D823B3}" sibTransId="{E4C7B52E-5A01-4265-BA06-96A1C7B4B685}"/>
    <dgm:cxn modelId="{ED85F71E-17C0-42D9-BC48-6F481B05C7F0}" type="presOf" srcId="{33EA201F-3547-4D10-BC84-915D893BC544}" destId="{4A8BFC4E-4D81-4227-8979-4E5A6A81010F}" srcOrd="0" destOrd="0" presId="urn:microsoft.com/office/officeart/2005/8/layout/hierarchy2"/>
    <dgm:cxn modelId="{2897AD1F-CFA5-4CA4-A979-5F34C5AA1E8B}" type="presOf" srcId="{87DDCF53-6CF3-42D8-9EA7-852B96D823B3}" destId="{1109F74A-2BFF-4ECB-A656-5231031EAADE}" srcOrd="1" destOrd="0" presId="urn:microsoft.com/office/officeart/2005/8/layout/hierarchy2"/>
    <dgm:cxn modelId="{0E5B4A20-BE91-4C2B-96EC-210D02C5B957}" type="presOf" srcId="{023A874D-ED64-4BB2-AE2A-2D071575503B}" destId="{BAE00889-F36A-4A18-BBC0-F9662A5D5C2C}" srcOrd="0" destOrd="0" presId="urn:microsoft.com/office/officeart/2005/8/layout/hierarchy2"/>
    <dgm:cxn modelId="{42675A22-F8B3-4FC3-BA2F-A2E5E58BC653}" type="presOf" srcId="{A2A4CB18-46CB-4C9B-A49F-DD634D01BDB4}" destId="{49A4E9F8-E002-4713-A972-FF4741940052}" srcOrd="0" destOrd="0" presId="urn:microsoft.com/office/officeart/2005/8/layout/hierarchy2"/>
    <dgm:cxn modelId="{3748AE22-6199-423D-82E4-F9D238E73294}" srcId="{2B41F13C-EB9B-4873-9D5E-614BC38C6A2E}" destId="{04DA49AB-C90D-4A28-B8D8-AC4D55368856}" srcOrd="1" destOrd="0" parTransId="{018A4199-BD29-47B8-BFD5-0414EA4E1D77}" sibTransId="{A52397AC-7884-42D7-AB09-E9ED7F5F26C9}"/>
    <dgm:cxn modelId="{BE483026-FFB9-4D8F-926B-68F5927612A5}" type="presOf" srcId="{4272C34B-7371-409A-B107-3330FB797B5D}" destId="{2DA80CE9-DD82-4A09-A303-CCA52F0EB94D}" srcOrd="0" destOrd="0" presId="urn:microsoft.com/office/officeart/2005/8/layout/hierarchy2"/>
    <dgm:cxn modelId="{759C8E29-D3A3-4E49-846C-64935FC318F5}" type="presOf" srcId="{5DB77F93-E075-46B0-B0DE-6F1054B464F1}" destId="{BBB0E29A-8906-4A0A-B7CF-E7B66A29F620}" srcOrd="1" destOrd="0" presId="urn:microsoft.com/office/officeart/2005/8/layout/hierarchy2"/>
    <dgm:cxn modelId="{FC7F5B2C-CD6A-4EA4-941B-CDFAB1F408D8}" type="presOf" srcId="{547901FF-54CD-4120-A783-AC305E5C85E5}" destId="{9016C5B0-7844-4A8E-B6C4-894BA8F2CC43}" srcOrd="0" destOrd="0" presId="urn:microsoft.com/office/officeart/2005/8/layout/hierarchy2"/>
    <dgm:cxn modelId="{D0039333-C550-43A4-9915-3FDCFFDA514E}" type="presOf" srcId="{018A4199-BD29-47B8-BFD5-0414EA4E1D77}" destId="{0B9F4834-F2CD-488E-8CD1-895B24BD1151}" srcOrd="0" destOrd="0" presId="urn:microsoft.com/office/officeart/2005/8/layout/hierarchy2"/>
    <dgm:cxn modelId="{7CA84863-917B-4530-A179-248FBE263DFF}" type="presOf" srcId="{462D0B41-AF33-4067-B8F1-95E9A5CC5818}" destId="{F0B5DD63-0E10-4A1E-B749-10444EE1DFAD}" srcOrd="1" destOrd="0" presId="urn:microsoft.com/office/officeart/2005/8/layout/hierarchy2"/>
    <dgm:cxn modelId="{F45AC543-9F21-4B78-8936-9AAE0CF58175}" srcId="{2F3C5163-DFDE-4467-A7B2-EBCF77089A70}" destId="{023A874D-ED64-4BB2-AE2A-2D071575503B}" srcOrd="2" destOrd="0" parTransId="{89794D49-3502-428C-877F-E7BBFF075257}" sibTransId="{5F62D1F3-B86A-437D-9B97-9E0B76CE6F27}"/>
    <dgm:cxn modelId="{439B8950-75DD-4F21-9CD2-28DBCDFC108C}" type="presOf" srcId="{87DDCF53-6CF3-42D8-9EA7-852B96D823B3}" destId="{9481A993-8A4A-48D4-8281-75148F0562FA}" srcOrd="0" destOrd="0" presId="urn:microsoft.com/office/officeart/2005/8/layout/hierarchy2"/>
    <dgm:cxn modelId="{F345E074-A18D-43FC-8155-4FCBD15D50FA}" type="presOf" srcId="{C5126B7D-94FC-421D-982F-B6C9B3B6A438}" destId="{B84FDD1F-CFA1-4055-9EFC-8B302A6AC4C4}" srcOrd="1" destOrd="0" presId="urn:microsoft.com/office/officeart/2005/8/layout/hierarchy2"/>
    <dgm:cxn modelId="{1105AD56-17BC-42B6-8953-2BD059813C2A}" type="presOf" srcId="{2B41F13C-EB9B-4873-9D5E-614BC38C6A2E}" destId="{C4F62944-90C8-4464-AD02-7CF5742E7F6A}" srcOrd="0" destOrd="0" presId="urn:microsoft.com/office/officeart/2005/8/layout/hierarchy2"/>
    <dgm:cxn modelId="{C9979659-C9CB-4DA5-B8A1-A811CFF007E8}" type="presOf" srcId="{285AD366-0070-422D-AC36-15DDF458927A}" destId="{EE6E3A46-09C3-46E1-BF79-7142BA3AC194}" srcOrd="0" destOrd="0" presId="urn:microsoft.com/office/officeart/2005/8/layout/hierarchy2"/>
    <dgm:cxn modelId="{36CBD87B-9539-4BBB-AD76-72A5EE7C6D2F}" type="presOf" srcId="{CD943FEF-6743-49DE-A28C-D50B53E28ACA}" destId="{91543128-EB73-4441-BB6D-E8FF2F9D84FB}" srcOrd="1" destOrd="0" presId="urn:microsoft.com/office/officeart/2005/8/layout/hierarchy2"/>
    <dgm:cxn modelId="{140C8A80-7AFA-465C-9CA3-A4875FACF08E}" type="presOf" srcId="{89794D49-3502-428C-877F-E7BBFF075257}" destId="{4874950A-5498-425F-92F4-1FFA04BAA097}" srcOrd="0" destOrd="0" presId="urn:microsoft.com/office/officeart/2005/8/layout/hierarchy2"/>
    <dgm:cxn modelId="{9D809281-5E97-4CEF-B2D0-B2279983C870}" type="presOf" srcId="{D38FA6DE-9367-4BAE-A3FA-0732BB377E71}" destId="{32637BD3-288C-4494-8594-7E239DE6F18A}" srcOrd="0" destOrd="0" presId="urn:microsoft.com/office/officeart/2005/8/layout/hierarchy2"/>
    <dgm:cxn modelId="{0712D581-90F2-4652-BADC-3E853F7D4358}" type="presOf" srcId="{547901FF-54CD-4120-A783-AC305E5C85E5}" destId="{84C146D1-8706-41F3-99E9-895F3D6A55F9}" srcOrd="1" destOrd="0" presId="urn:microsoft.com/office/officeart/2005/8/layout/hierarchy2"/>
    <dgm:cxn modelId="{4C00558A-C133-4A8D-A196-FAC68676D77A}" type="presOf" srcId="{87CECAF2-EB57-41BC-92D3-0A1CD4DD9DAA}" destId="{8029D16A-D7F2-407A-BCD4-4E2A74CE2D2E}" srcOrd="1" destOrd="0" presId="urn:microsoft.com/office/officeart/2005/8/layout/hierarchy2"/>
    <dgm:cxn modelId="{D858638E-59FB-468C-B220-0D76CE3F8D1D}" srcId="{2B41F13C-EB9B-4873-9D5E-614BC38C6A2E}" destId="{90829609-6B40-498D-BEB1-D87E488D8FF0}" srcOrd="0" destOrd="0" parTransId="{D38FA6DE-9367-4BAE-A3FA-0732BB377E71}" sibTransId="{022DCA5D-1E82-4972-B035-9434E0700B7B}"/>
    <dgm:cxn modelId="{01747090-0A89-4C95-93E5-E424435A8360}" type="presOf" srcId="{2F3C5163-DFDE-4467-A7B2-EBCF77089A70}" destId="{E06F8E74-871B-4A7E-9EE2-831F9F85D4BB}" srcOrd="0" destOrd="0" presId="urn:microsoft.com/office/officeart/2005/8/layout/hierarchy2"/>
    <dgm:cxn modelId="{D9567893-8E55-483C-A280-B1B9EEAFC47D}" type="presOf" srcId="{2C7CA3F6-C5D6-4DDE-9B5F-66BF91E4AF47}" destId="{A625223D-4B5D-4788-A475-B045A2DA588A}" srcOrd="1" destOrd="0" presId="urn:microsoft.com/office/officeart/2005/8/layout/hierarchy2"/>
    <dgm:cxn modelId="{D7F0A493-AC16-4DE0-9559-0E7CAB7BD533}" srcId="{A2A4CB18-46CB-4C9B-A49F-DD634D01BDB4}" destId="{2B41F13C-EB9B-4873-9D5E-614BC38C6A2E}" srcOrd="1" destOrd="0" parTransId="{462D0B41-AF33-4067-B8F1-95E9A5CC5818}" sibTransId="{37553411-4B41-4300-9868-A1F79CB288FE}"/>
    <dgm:cxn modelId="{D0F0559A-33C8-409A-B98D-DAB6E6F8D519}" type="presOf" srcId="{462D0B41-AF33-4067-B8F1-95E9A5CC5818}" destId="{03A1BCBF-5BCF-4EB7-B1DC-6F6A3C3BD556}" srcOrd="0" destOrd="0" presId="urn:microsoft.com/office/officeart/2005/8/layout/hierarchy2"/>
    <dgm:cxn modelId="{C0FC49A2-C658-46FB-8926-304AB919C959}" srcId="{2F3C5163-DFDE-4467-A7B2-EBCF77089A70}" destId="{4272C34B-7371-409A-B107-3330FB797B5D}" srcOrd="1" destOrd="0" parTransId="{547901FF-54CD-4120-A783-AC305E5C85E5}" sibTransId="{F9F0F449-929E-4AE4-91A6-91376B2D1C0A}"/>
    <dgm:cxn modelId="{BD8869AE-9190-4C58-A6D2-259511C2CAB0}" srcId="{2F3C5163-DFDE-4467-A7B2-EBCF77089A70}" destId="{74923860-6CD0-438D-8DD0-7C179BB718BE}" srcOrd="0" destOrd="0" parTransId="{2C7CA3F6-C5D6-4DDE-9B5F-66BF91E4AF47}" sibTransId="{AF7B6AC6-CF57-42EA-9FD2-E93CBF0FCD3C}"/>
    <dgm:cxn modelId="{62E531B1-2AEE-4566-A86A-D97BEC1EA3EF}" type="presOf" srcId="{018A4199-BD29-47B8-BFD5-0414EA4E1D77}" destId="{B059AB96-56E4-47D2-9757-382455D87D96}" srcOrd="1" destOrd="0" presId="urn:microsoft.com/office/officeart/2005/8/layout/hierarchy2"/>
    <dgm:cxn modelId="{A8F7A6B2-976C-4629-9EEE-78D4BD258CA3}" srcId="{A2A4CB18-46CB-4C9B-A49F-DD634D01BDB4}" destId="{0FCC5022-1093-48F3-8AAA-C7F5DA89D29F}" srcOrd="0" destOrd="0" parTransId="{5DB77F93-E075-46B0-B0DE-6F1054B464F1}" sibTransId="{9DB50172-99CA-4EC6-A191-79E7877DD5DE}"/>
    <dgm:cxn modelId="{E4262CB3-6C72-4DB0-976C-CE3A6D83A79A}" type="presOf" srcId="{C5126B7D-94FC-421D-982F-B6C9B3B6A438}" destId="{3A3CB66F-F3BE-4395-8CBC-CF313441B9F1}" srcOrd="0" destOrd="0" presId="urn:microsoft.com/office/officeart/2005/8/layout/hierarchy2"/>
    <dgm:cxn modelId="{7940A5C4-2905-4519-BDFF-8345486E089E}" type="presOf" srcId="{04DA49AB-C90D-4A28-B8D8-AC4D55368856}" destId="{BD2B653A-168E-48C7-98E2-CDA9B642BA8E}" srcOrd="0" destOrd="0" presId="urn:microsoft.com/office/officeart/2005/8/layout/hierarchy2"/>
    <dgm:cxn modelId="{28F6B8C4-A9DB-4C63-8011-6ACC7481F7CD}" type="presOf" srcId="{5DB77F93-E075-46B0-B0DE-6F1054B464F1}" destId="{182325C4-1E74-4345-B9E0-21C0611AC53D}" srcOrd="0" destOrd="0" presId="urn:microsoft.com/office/officeart/2005/8/layout/hierarchy2"/>
    <dgm:cxn modelId="{31FC73C5-22B2-4B3C-9FC0-0067656E2692}" type="presOf" srcId="{CD943FEF-6743-49DE-A28C-D50B53E28ACA}" destId="{4CC3F4DB-A963-4D30-A57F-7712BEA53F74}" srcOrd="0" destOrd="0" presId="urn:microsoft.com/office/officeart/2005/8/layout/hierarchy2"/>
    <dgm:cxn modelId="{C5D24CC7-7F6A-425E-AE9D-F02D1D993B06}" type="presOf" srcId="{90829609-6B40-498D-BEB1-D87E488D8FF0}" destId="{43F72666-9F28-4222-B201-54391B3269CC}" srcOrd="0" destOrd="0" presId="urn:microsoft.com/office/officeart/2005/8/layout/hierarchy2"/>
    <dgm:cxn modelId="{25E01AD8-AF47-4EA8-843B-7B0A23D98F50}" type="presOf" srcId="{2C7CA3F6-C5D6-4DDE-9B5F-66BF91E4AF47}" destId="{DF8FCAD2-E63A-4218-A078-366F1CB8A85B}" srcOrd="0" destOrd="0" presId="urn:microsoft.com/office/officeart/2005/8/layout/hierarchy2"/>
    <dgm:cxn modelId="{749B67DB-83FC-4396-BC10-9C27446C7830}" srcId="{C67D961A-43DF-4036-B88B-C63E84FA1F1A}" destId="{33EA201F-3547-4D10-BC84-915D893BC544}" srcOrd="0" destOrd="0" parTransId="{87CECAF2-EB57-41BC-92D3-0A1CD4DD9DAA}" sibTransId="{5ED84062-DA69-4210-A3D7-8409BFE6A912}"/>
    <dgm:cxn modelId="{1E8C39E5-C2D7-4ADF-8F6F-0F17A0C7E9B5}" type="presOf" srcId="{0FCC5022-1093-48F3-8AAA-C7F5DA89D29F}" destId="{7B75F5EC-50DD-4067-8F28-C790E0E2698F}" srcOrd="0" destOrd="0" presId="urn:microsoft.com/office/officeart/2005/8/layout/hierarchy2"/>
    <dgm:cxn modelId="{D33167E8-4973-430B-96EA-C480D99C204F}" type="presOf" srcId="{C67D961A-43DF-4036-B88B-C63E84FA1F1A}" destId="{C075DFA2-2C8C-4A0F-9B20-6C3C3EF29BE8}" srcOrd="0" destOrd="0" presId="urn:microsoft.com/office/officeart/2005/8/layout/hierarchy2"/>
    <dgm:cxn modelId="{7C9647EA-821F-4EF5-A147-A454B4CA7F1D}" type="presOf" srcId="{E1458DC1-84C8-4238-A571-88FAD4D92E1C}" destId="{BC0E4299-9E49-461D-A837-7AE472D9BBA3}" srcOrd="0" destOrd="0" presId="urn:microsoft.com/office/officeart/2005/8/layout/hierarchy2"/>
    <dgm:cxn modelId="{5DAA98EC-535E-4023-A556-167A44413E7C}" srcId="{A2A4CB18-46CB-4C9B-A49F-DD634D01BDB4}" destId="{C67D961A-43DF-4036-B88B-C63E84FA1F1A}" srcOrd="2" destOrd="0" parTransId="{C5126B7D-94FC-421D-982F-B6C9B3B6A438}" sibTransId="{94792B37-E30B-4003-82CA-B3DDB290EC7D}"/>
    <dgm:cxn modelId="{BF3694F5-1F50-412A-88A6-759830595814}" type="presOf" srcId="{D38FA6DE-9367-4BAE-A3FA-0732BB377E71}" destId="{E1DA03D4-7623-450E-8A42-5E084A53ED73}" srcOrd="1" destOrd="0" presId="urn:microsoft.com/office/officeart/2005/8/layout/hierarchy2"/>
    <dgm:cxn modelId="{49F7D4F6-AA0E-4CFA-B3F6-19A9F6BA3F79}" type="presOf" srcId="{89794D49-3502-428C-877F-E7BBFF075257}" destId="{2D6B7D80-6BD1-42F2-8204-A1BF258DA50A}" srcOrd="1" destOrd="0" presId="urn:microsoft.com/office/officeart/2005/8/layout/hierarchy2"/>
    <dgm:cxn modelId="{9F15C2F8-BDFD-48B0-8EBE-B5960547AA9D}" srcId="{285AD366-0070-422D-AC36-15DDF458927A}" destId="{A2A4CB18-46CB-4C9B-A49F-DD634D01BDB4}" srcOrd="0" destOrd="0" parTransId="{A5952A56-3818-40AC-9E75-56E3E3ADEB06}" sibTransId="{334FDBBF-6E46-40F5-98EE-E984D8A71204}"/>
    <dgm:cxn modelId="{6603A363-CE0E-436E-8ADC-0F3878D7586D}" type="presParOf" srcId="{EE6E3A46-09C3-46E1-BF79-7142BA3AC194}" destId="{9B18B234-B49C-4488-BDC0-33B20F540731}" srcOrd="0" destOrd="0" presId="urn:microsoft.com/office/officeart/2005/8/layout/hierarchy2"/>
    <dgm:cxn modelId="{F32991AD-7BD7-4637-A6B9-04ACB1C56E2D}" type="presParOf" srcId="{9B18B234-B49C-4488-BDC0-33B20F540731}" destId="{49A4E9F8-E002-4713-A972-FF4741940052}" srcOrd="0" destOrd="0" presId="urn:microsoft.com/office/officeart/2005/8/layout/hierarchy2"/>
    <dgm:cxn modelId="{62FC9052-4DDD-46D6-952C-DA67BFB05B01}" type="presParOf" srcId="{9B18B234-B49C-4488-BDC0-33B20F540731}" destId="{3E01F2EE-1FBE-4442-9FD4-21CAE5269DA4}" srcOrd="1" destOrd="0" presId="urn:microsoft.com/office/officeart/2005/8/layout/hierarchy2"/>
    <dgm:cxn modelId="{65DCE05E-EE06-4EC1-8C44-6C8A9C3D012C}" type="presParOf" srcId="{3E01F2EE-1FBE-4442-9FD4-21CAE5269DA4}" destId="{182325C4-1E74-4345-B9E0-21C0611AC53D}" srcOrd="0" destOrd="0" presId="urn:microsoft.com/office/officeart/2005/8/layout/hierarchy2"/>
    <dgm:cxn modelId="{E91777D0-7033-4F3B-9C08-F56E58B32540}" type="presParOf" srcId="{182325C4-1E74-4345-B9E0-21C0611AC53D}" destId="{BBB0E29A-8906-4A0A-B7CF-E7B66A29F620}" srcOrd="0" destOrd="0" presId="urn:microsoft.com/office/officeart/2005/8/layout/hierarchy2"/>
    <dgm:cxn modelId="{B9020756-C304-4463-BF82-8D123994963A}" type="presParOf" srcId="{3E01F2EE-1FBE-4442-9FD4-21CAE5269DA4}" destId="{8BA1E954-C406-4A1D-BB26-9B0DB984B25C}" srcOrd="1" destOrd="0" presId="urn:microsoft.com/office/officeart/2005/8/layout/hierarchy2"/>
    <dgm:cxn modelId="{CAE26750-346E-421B-981E-DF3B2C59DC47}" type="presParOf" srcId="{8BA1E954-C406-4A1D-BB26-9B0DB984B25C}" destId="{7B75F5EC-50DD-4067-8F28-C790E0E2698F}" srcOrd="0" destOrd="0" presId="urn:microsoft.com/office/officeart/2005/8/layout/hierarchy2"/>
    <dgm:cxn modelId="{ED48A515-8446-488F-87A4-B8CAF2E54735}" type="presParOf" srcId="{8BA1E954-C406-4A1D-BB26-9B0DB984B25C}" destId="{24551614-B44C-406D-8A2C-DC134092B589}" srcOrd="1" destOrd="0" presId="urn:microsoft.com/office/officeart/2005/8/layout/hierarchy2"/>
    <dgm:cxn modelId="{186FED4F-E942-4B61-8D79-1A3083E9C3C8}" type="presParOf" srcId="{24551614-B44C-406D-8A2C-DC134092B589}" destId="{9481A993-8A4A-48D4-8281-75148F0562FA}" srcOrd="0" destOrd="0" presId="urn:microsoft.com/office/officeart/2005/8/layout/hierarchy2"/>
    <dgm:cxn modelId="{77FB327F-7BD5-4B84-A7EA-C5A1DDFC8965}" type="presParOf" srcId="{9481A993-8A4A-48D4-8281-75148F0562FA}" destId="{1109F74A-2BFF-4ECB-A656-5231031EAADE}" srcOrd="0" destOrd="0" presId="urn:microsoft.com/office/officeart/2005/8/layout/hierarchy2"/>
    <dgm:cxn modelId="{17D18F93-D2BD-4A36-8FB9-29858182E5AF}" type="presParOf" srcId="{24551614-B44C-406D-8A2C-DC134092B589}" destId="{BE8BC397-A73A-425D-9D4A-F2E740D1DAF4}" srcOrd="1" destOrd="0" presId="urn:microsoft.com/office/officeart/2005/8/layout/hierarchy2"/>
    <dgm:cxn modelId="{0BE61B44-92FD-4C3C-A3A7-DE4A1A21CE70}" type="presParOf" srcId="{BE8BC397-A73A-425D-9D4A-F2E740D1DAF4}" destId="{BC0E4299-9E49-461D-A837-7AE472D9BBA3}" srcOrd="0" destOrd="0" presId="urn:microsoft.com/office/officeart/2005/8/layout/hierarchy2"/>
    <dgm:cxn modelId="{272C6A10-0D81-41D8-BC94-30802457EE7C}" type="presParOf" srcId="{BE8BC397-A73A-425D-9D4A-F2E740D1DAF4}" destId="{20A62893-409D-45A4-9F80-2A47B89F1FA7}" srcOrd="1" destOrd="0" presId="urn:microsoft.com/office/officeart/2005/8/layout/hierarchy2"/>
    <dgm:cxn modelId="{FF187DBC-F767-4582-AE6C-4CD7E4BD981A}" type="presParOf" srcId="{24551614-B44C-406D-8A2C-DC134092B589}" destId="{4CC3F4DB-A963-4D30-A57F-7712BEA53F74}" srcOrd="2" destOrd="0" presId="urn:microsoft.com/office/officeart/2005/8/layout/hierarchy2"/>
    <dgm:cxn modelId="{027FF50B-2C71-4BD2-9071-0DB19F1970A7}" type="presParOf" srcId="{4CC3F4DB-A963-4D30-A57F-7712BEA53F74}" destId="{91543128-EB73-4441-BB6D-E8FF2F9D84FB}" srcOrd="0" destOrd="0" presId="urn:microsoft.com/office/officeart/2005/8/layout/hierarchy2"/>
    <dgm:cxn modelId="{ED0EBF92-E8F7-430A-AB80-98824A3E7A59}" type="presParOf" srcId="{24551614-B44C-406D-8A2C-DC134092B589}" destId="{CBD927CA-4F1F-4C0A-A59D-3E88FEE3E7BF}" srcOrd="3" destOrd="0" presId="urn:microsoft.com/office/officeart/2005/8/layout/hierarchy2"/>
    <dgm:cxn modelId="{96A7881E-BA1A-4E86-87AE-408DB58AA574}" type="presParOf" srcId="{CBD927CA-4F1F-4C0A-A59D-3E88FEE3E7BF}" destId="{E06F8E74-871B-4A7E-9EE2-831F9F85D4BB}" srcOrd="0" destOrd="0" presId="urn:microsoft.com/office/officeart/2005/8/layout/hierarchy2"/>
    <dgm:cxn modelId="{24411FDB-C1E5-40A5-9E9B-7EE2BC6EEE05}" type="presParOf" srcId="{CBD927CA-4F1F-4C0A-A59D-3E88FEE3E7BF}" destId="{071F0EB1-8565-4821-85FB-CD8C23182914}" srcOrd="1" destOrd="0" presId="urn:microsoft.com/office/officeart/2005/8/layout/hierarchy2"/>
    <dgm:cxn modelId="{8F2A044F-F32A-4381-B99E-3BA5B150D277}" type="presParOf" srcId="{071F0EB1-8565-4821-85FB-CD8C23182914}" destId="{DF8FCAD2-E63A-4218-A078-366F1CB8A85B}" srcOrd="0" destOrd="0" presId="urn:microsoft.com/office/officeart/2005/8/layout/hierarchy2"/>
    <dgm:cxn modelId="{3792F18B-0E3D-4F3B-8CB0-44446CFD8F71}" type="presParOf" srcId="{DF8FCAD2-E63A-4218-A078-366F1CB8A85B}" destId="{A625223D-4B5D-4788-A475-B045A2DA588A}" srcOrd="0" destOrd="0" presId="urn:microsoft.com/office/officeart/2005/8/layout/hierarchy2"/>
    <dgm:cxn modelId="{6006FD98-1FB9-4998-BDC0-609B4B745727}" type="presParOf" srcId="{071F0EB1-8565-4821-85FB-CD8C23182914}" destId="{13A7191E-15FF-4B44-B950-C8300C771997}" srcOrd="1" destOrd="0" presId="urn:microsoft.com/office/officeart/2005/8/layout/hierarchy2"/>
    <dgm:cxn modelId="{486DC464-EE07-4D53-9CFD-7D4BF542F78B}" type="presParOf" srcId="{13A7191E-15FF-4B44-B950-C8300C771997}" destId="{CB06C3BF-4532-431E-A2C3-A42C9AE2B608}" srcOrd="0" destOrd="0" presId="urn:microsoft.com/office/officeart/2005/8/layout/hierarchy2"/>
    <dgm:cxn modelId="{183038C2-0D05-473C-A9F4-AF7C635C307F}" type="presParOf" srcId="{13A7191E-15FF-4B44-B950-C8300C771997}" destId="{C4B571F6-7C25-49A5-BA2D-3912EED44B09}" srcOrd="1" destOrd="0" presId="urn:microsoft.com/office/officeart/2005/8/layout/hierarchy2"/>
    <dgm:cxn modelId="{9189F2F3-A7E3-4C4C-9D37-B34774715CF7}" type="presParOf" srcId="{071F0EB1-8565-4821-85FB-CD8C23182914}" destId="{9016C5B0-7844-4A8E-B6C4-894BA8F2CC43}" srcOrd="2" destOrd="0" presId="urn:microsoft.com/office/officeart/2005/8/layout/hierarchy2"/>
    <dgm:cxn modelId="{46F78CBF-043C-4A75-A342-F5071B32F8F2}" type="presParOf" srcId="{9016C5B0-7844-4A8E-B6C4-894BA8F2CC43}" destId="{84C146D1-8706-41F3-99E9-895F3D6A55F9}" srcOrd="0" destOrd="0" presId="urn:microsoft.com/office/officeart/2005/8/layout/hierarchy2"/>
    <dgm:cxn modelId="{82FBF789-D355-4F86-BEFC-44AB59FBC325}" type="presParOf" srcId="{071F0EB1-8565-4821-85FB-CD8C23182914}" destId="{7AE57730-93FF-4063-9F76-8CDD6B60A8BD}" srcOrd="3" destOrd="0" presId="urn:microsoft.com/office/officeart/2005/8/layout/hierarchy2"/>
    <dgm:cxn modelId="{709F2FE5-9D73-4F05-AC4F-F26B1F678E10}" type="presParOf" srcId="{7AE57730-93FF-4063-9F76-8CDD6B60A8BD}" destId="{2DA80CE9-DD82-4A09-A303-CCA52F0EB94D}" srcOrd="0" destOrd="0" presId="urn:microsoft.com/office/officeart/2005/8/layout/hierarchy2"/>
    <dgm:cxn modelId="{49573A26-7A9B-40BD-9665-3F5BAD906793}" type="presParOf" srcId="{7AE57730-93FF-4063-9F76-8CDD6B60A8BD}" destId="{3B37B55A-9F64-4BB9-854E-ACFA0719923D}" srcOrd="1" destOrd="0" presId="urn:microsoft.com/office/officeart/2005/8/layout/hierarchy2"/>
    <dgm:cxn modelId="{1A848C7A-1684-4558-B479-3EEA45BE9B98}" type="presParOf" srcId="{071F0EB1-8565-4821-85FB-CD8C23182914}" destId="{4874950A-5498-425F-92F4-1FFA04BAA097}" srcOrd="4" destOrd="0" presId="urn:microsoft.com/office/officeart/2005/8/layout/hierarchy2"/>
    <dgm:cxn modelId="{294F843D-F124-4E93-95CE-FCE80438853E}" type="presParOf" srcId="{4874950A-5498-425F-92F4-1FFA04BAA097}" destId="{2D6B7D80-6BD1-42F2-8204-A1BF258DA50A}" srcOrd="0" destOrd="0" presId="urn:microsoft.com/office/officeart/2005/8/layout/hierarchy2"/>
    <dgm:cxn modelId="{41ED939F-73BE-4EC0-BB4C-FB6F94FA06D4}" type="presParOf" srcId="{071F0EB1-8565-4821-85FB-CD8C23182914}" destId="{C2E9A561-3033-4B54-9CC5-18561EFE4F3D}" srcOrd="5" destOrd="0" presId="urn:microsoft.com/office/officeart/2005/8/layout/hierarchy2"/>
    <dgm:cxn modelId="{3A68DB8B-E32C-4AF5-9037-4C12C067A6FD}" type="presParOf" srcId="{C2E9A561-3033-4B54-9CC5-18561EFE4F3D}" destId="{BAE00889-F36A-4A18-BBC0-F9662A5D5C2C}" srcOrd="0" destOrd="0" presId="urn:microsoft.com/office/officeart/2005/8/layout/hierarchy2"/>
    <dgm:cxn modelId="{952F60BF-9EAA-4E65-9BF6-AB58E79370BA}" type="presParOf" srcId="{C2E9A561-3033-4B54-9CC5-18561EFE4F3D}" destId="{7E79D73A-63A0-491F-8AA6-A219F0451E92}" srcOrd="1" destOrd="0" presId="urn:microsoft.com/office/officeart/2005/8/layout/hierarchy2"/>
    <dgm:cxn modelId="{74B1D5D2-C803-440B-925D-4F2C4F591629}" type="presParOf" srcId="{3E01F2EE-1FBE-4442-9FD4-21CAE5269DA4}" destId="{03A1BCBF-5BCF-4EB7-B1DC-6F6A3C3BD556}" srcOrd="2" destOrd="0" presId="urn:microsoft.com/office/officeart/2005/8/layout/hierarchy2"/>
    <dgm:cxn modelId="{AB021E25-E4BD-4791-9463-3FA1228E811E}" type="presParOf" srcId="{03A1BCBF-5BCF-4EB7-B1DC-6F6A3C3BD556}" destId="{F0B5DD63-0E10-4A1E-B749-10444EE1DFAD}" srcOrd="0" destOrd="0" presId="urn:microsoft.com/office/officeart/2005/8/layout/hierarchy2"/>
    <dgm:cxn modelId="{E0440AAD-6DBA-4D52-9BDC-F70D789B9878}" type="presParOf" srcId="{3E01F2EE-1FBE-4442-9FD4-21CAE5269DA4}" destId="{8806CF5E-53A7-4353-9471-D3B3271DA4B3}" srcOrd="3" destOrd="0" presId="urn:microsoft.com/office/officeart/2005/8/layout/hierarchy2"/>
    <dgm:cxn modelId="{864C8FDE-3B50-4A79-B74F-3B4A6E7D4B90}" type="presParOf" srcId="{8806CF5E-53A7-4353-9471-D3B3271DA4B3}" destId="{C4F62944-90C8-4464-AD02-7CF5742E7F6A}" srcOrd="0" destOrd="0" presId="urn:microsoft.com/office/officeart/2005/8/layout/hierarchy2"/>
    <dgm:cxn modelId="{79ACB75A-900C-497F-85CD-F695BBF22D83}" type="presParOf" srcId="{8806CF5E-53A7-4353-9471-D3B3271DA4B3}" destId="{57DFEFC2-2409-47BB-819F-1916BBB95E6C}" srcOrd="1" destOrd="0" presId="urn:microsoft.com/office/officeart/2005/8/layout/hierarchy2"/>
    <dgm:cxn modelId="{096E2328-D67E-4711-B7DA-6C25DCE69067}" type="presParOf" srcId="{57DFEFC2-2409-47BB-819F-1916BBB95E6C}" destId="{32637BD3-288C-4494-8594-7E239DE6F18A}" srcOrd="0" destOrd="0" presId="urn:microsoft.com/office/officeart/2005/8/layout/hierarchy2"/>
    <dgm:cxn modelId="{DB22B76F-F51F-46F6-966C-1A3D329E9EB5}" type="presParOf" srcId="{32637BD3-288C-4494-8594-7E239DE6F18A}" destId="{E1DA03D4-7623-450E-8A42-5E084A53ED73}" srcOrd="0" destOrd="0" presId="urn:microsoft.com/office/officeart/2005/8/layout/hierarchy2"/>
    <dgm:cxn modelId="{4B59A6DA-E980-45BB-BFB3-7C0510F9EE2C}" type="presParOf" srcId="{57DFEFC2-2409-47BB-819F-1916BBB95E6C}" destId="{9196179F-DE2C-40CD-9429-2BA8DB193EC2}" srcOrd="1" destOrd="0" presId="urn:microsoft.com/office/officeart/2005/8/layout/hierarchy2"/>
    <dgm:cxn modelId="{F23D092B-71F1-43EC-9355-3E3F01FAE2ED}" type="presParOf" srcId="{9196179F-DE2C-40CD-9429-2BA8DB193EC2}" destId="{43F72666-9F28-4222-B201-54391B3269CC}" srcOrd="0" destOrd="0" presId="urn:microsoft.com/office/officeart/2005/8/layout/hierarchy2"/>
    <dgm:cxn modelId="{45A9FBD6-2D95-46E7-93D9-6AB55077AC03}" type="presParOf" srcId="{9196179F-DE2C-40CD-9429-2BA8DB193EC2}" destId="{F059335B-3043-4E50-8108-4F792BB7F639}" srcOrd="1" destOrd="0" presId="urn:microsoft.com/office/officeart/2005/8/layout/hierarchy2"/>
    <dgm:cxn modelId="{C2702866-0EF5-49E0-BD19-1D6107A3ED2F}" type="presParOf" srcId="{57DFEFC2-2409-47BB-819F-1916BBB95E6C}" destId="{0B9F4834-F2CD-488E-8CD1-895B24BD1151}" srcOrd="2" destOrd="0" presId="urn:microsoft.com/office/officeart/2005/8/layout/hierarchy2"/>
    <dgm:cxn modelId="{3D65F6E3-48B1-4A20-B758-B75DAF48D289}" type="presParOf" srcId="{0B9F4834-F2CD-488E-8CD1-895B24BD1151}" destId="{B059AB96-56E4-47D2-9757-382455D87D96}" srcOrd="0" destOrd="0" presId="urn:microsoft.com/office/officeart/2005/8/layout/hierarchy2"/>
    <dgm:cxn modelId="{A3514E2E-551E-4850-BA36-F20D786E60AA}" type="presParOf" srcId="{57DFEFC2-2409-47BB-819F-1916BBB95E6C}" destId="{E20C125E-B957-437C-A99F-F961328DE797}" srcOrd="3" destOrd="0" presId="urn:microsoft.com/office/officeart/2005/8/layout/hierarchy2"/>
    <dgm:cxn modelId="{4806B01A-4C2D-4133-BE40-412DB6E0E027}" type="presParOf" srcId="{E20C125E-B957-437C-A99F-F961328DE797}" destId="{BD2B653A-168E-48C7-98E2-CDA9B642BA8E}" srcOrd="0" destOrd="0" presId="urn:microsoft.com/office/officeart/2005/8/layout/hierarchy2"/>
    <dgm:cxn modelId="{133FC62C-8E26-41BB-AC3C-664C12FF787D}" type="presParOf" srcId="{E20C125E-B957-437C-A99F-F961328DE797}" destId="{B73AC31A-8751-4D11-9134-118732437E2D}" srcOrd="1" destOrd="0" presId="urn:microsoft.com/office/officeart/2005/8/layout/hierarchy2"/>
    <dgm:cxn modelId="{DAC89486-158B-48AB-933B-1E34BC43FAC9}" type="presParOf" srcId="{3E01F2EE-1FBE-4442-9FD4-21CAE5269DA4}" destId="{3A3CB66F-F3BE-4395-8CBC-CF313441B9F1}" srcOrd="4" destOrd="0" presId="urn:microsoft.com/office/officeart/2005/8/layout/hierarchy2"/>
    <dgm:cxn modelId="{4DC60078-063B-4272-BC8C-4C3C02C1D753}" type="presParOf" srcId="{3A3CB66F-F3BE-4395-8CBC-CF313441B9F1}" destId="{B84FDD1F-CFA1-4055-9EFC-8B302A6AC4C4}" srcOrd="0" destOrd="0" presId="urn:microsoft.com/office/officeart/2005/8/layout/hierarchy2"/>
    <dgm:cxn modelId="{A5F0B514-5638-4CED-8EBC-004DEDEFF79A}" type="presParOf" srcId="{3E01F2EE-1FBE-4442-9FD4-21CAE5269DA4}" destId="{54D94879-6C53-4A46-9E93-0F4694ECAF8F}" srcOrd="5" destOrd="0" presId="urn:microsoft.com/office/officeart/2005/8/layout/hierarchy2"/>
    <dgm:cxn modelId="{EBF46D12-02C8-4FA3-AB53-4AEF624EA07C}" type="presParOf" srcId="{54D94879-6C53-4A46-9E93-0F4694ECAF8F}" destId="{C075DFA2-2C8C-4A0F-9B20-6C3C3EF29BE8}" srcOrd="0" destOrd="0" presId="urn:microsoft.com/office/officeart/2005/8/layout/hierarchy2"/>
    <dgm:cxn modelId="{9EFC9C88-C9CF-49E5-8FC2-0E1A5774BB67}" type="presParOf" srcId="{54D94879-6C53-4A46-9E93-0F4694ECAF8F}" destId="{CB687429-F0C2-4DB9-9DB6-033CB9C34292}" srcOrd="1" destOrd="0" presId="urn:microsoft.com/office/officeart/2005/8/layout/hierarchy2"/>
    <dgm:cxn modelId="{37AE9A4D-5BC2-45A5-BB85-A541798BB90A}" type="presParOf" srcId="{CB687429-F0C2-4DB9-9DB6-033CB9C34292}" destId="{D7F3707E-D45E-4775-A1D2-7605363ABA4E}" srcOrd="0" destOrd="0" presId="urn:microsoft.com/office/officeart/2005/8/layout/hierarchy2"/>
    <dgm:cxn modelId="{12F20B42-443B-468B-B9B5-4A76DE0F27B3}" type="presParOf" srcId="{D7F3707E-D45E-4775-A1D2-7605363ABA4E}" destId="{8029D16A-D7F2-407A-BCD4-4E2A74CE2D2E}" srcOrd="0" destOrd="0" presId="urn:microsoft.com/office/officeart/2005/8/layout/hierarchy2"/>
    <dgm:cxn modelId="{4385A7B8-90A0-4CA3-9365-21253B9155D8}" type="presParOf" srcId="{CB687429-F0C2-4DB9-9DB6-033CB9C34292}" destId="{9745ECCC-3FE4-499F-A4F8-D40E290EBC08}" srcOrd="1" destOrd="0" presId="urn:microsoft.com/office/officeart/2005/8/layout/hierarchy2"/>
    <dgm:cxn modelId="{3E305417-E92D-4333-B4CD-E070A5952F55}" type="presParOf" srcId="{9745ECCC-3FE4-499F-A4F8-D40E290EBC08}" destId="{4A8BFC4E-4D81-4227-8979-4E5A6A81010F}" srcOrd="0" destOrd="0" presId="urn:microsoft.com/office/officeart/2005/8/layout/hierarchy2"/>
    <dgm:cxn modelId="{7E9267B6-FD79-40BC-BB73-F866D0A412ED}" type="presParOf" srcId="{9745ECCC-3FE4-499F-A4F8-D40E290EBC08}" destId="{CB60B3E0-365E-46A6-B9FA-194B56605CE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4E9F8-E002-4713-A972-FF4741940052}">
      <dsp:nvSpPr>
        <dsp:cNvPr id="0" name=""/>
        <dsp:cNvSpPr/>
      </dsp:nvSpPr>
      <dsp:spPr>
        <a:xfrm>
          <a:off x="7991" y="2296032"/>
          <a:ext cx="1138618" cy="8753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正弦波振荡器</a:t>
          </a:r>
        </a:p>
      </dsp:txBody>
      <dsp:txXfrm>
        <a:off x="33630" y="2321671"/>
        <a:ext cx="1087340" cy="824097"/>
      </dsp:txXfrm>
    </dsp:sp>
    <dsp:sp modelId="{182325C4-1E74-4345-B9E0-21C0611AC53D}">
      <dsp:nvSpPr>
        <dsp:cNvPr id="0" name=""/>
        <dsp:cNvSpPr/>
      </dsp:nvSpPr>
      <dsp:spPr>
        <a:xfrm rot="17500715">
          <a:off x="548869" y="1837002"/>
          <a:ext cx="1895781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1895781" y="1587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/>
        </a:p>
      </dsp:txBody>
      <dsp:txXfrm>
        <a:off x="1449365" y="1805479"/>
        <a:ext cx="94789" cy="94789"/>
      </dsp:txXfrm>
    </dsp:sp>
    <dsp:sp modelId="{7B75F5EC-50DD-4067-8F28-C790E0E2698F}">
      <dsp:nvSpPr>
        <dsp:cNvPr id="0" name=""/>
        <dsp:cNvSpPr/>
      </dsp:nvSpPr>
      <dsp:spPr>
        <a:xfrm>
          <a:off x="1846910" y="534338"/>
          <a:ext cx="1750751" cy="8753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LC</a:t>
          </a:r>
          <a:r>
            <a:rPr lang="zh-CN" altLang="en-US" sz="1800" kern="1200" dirty="0"/>
            <a:t>振荡器</a:t>
          </a:r>
        </a:p>
      </dsp:txBody>
      <dsp:txXfrm>
        <a:off x="1872549" y="559977"/>
        <a:ext cx="1699473" cy="824097"/>
      </dsp:txXfrm>
    </dsp:sp>
    <dsp:sp modelId="{9481A993-8A4A-48D4-8281-75148F0562FA}">
      <dsp:nvSpPr>
        <dsp:cNvPr id="0" name=""/>
        <dsp:cNvSpPr/>
      </dsp:nvSpPr>
      <dsp:spPr>
        <a:xfrm rot="19457599">
          <a:off x="3516601" y="704485"/>
          <a:ext cx="862422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862422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926252" y="698795"/>
        <a:ext cx="43121" cy="43121"/>
      </dsp:txXfrm>
    </dsp:sp>
    <dsp:sp modelId="{BC0E4299-9E49-461D-A837-7AE472D9BBA3}">
      <dsp:nvSpPr>
        <dsp:cNvPr id="0" name=""/>
        <dsp:cNvSpPr/>
      </dsp:nvSpPr>
      <dsp:spPr>
        <a:xfrm>
          <a:off x="4297962" y="30997"/>
          <a:ext cx="1750751" cy="8753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变压器耦合</a:t>
          </a:r>
        </a:p>
      </dsp:txBody>
      <dsp:txXfrm>
        <a:off x="4323601" y="56636"/>
        <a:ext cx="1699473" cy="824097"/>
      </dsp:txXfrm>
    </dsp:sp>
    <dsp:sp modelId="{4CC3F4DB-A963-4D30-A57F-7712BEA53F74}">
      <dsp:nvSpPr>
        <dsp:cNvPr id="0" name=""/>
        <dsp:cNvSpPr/>
      </dsp:nvSpPr>
      <dsp:spPr>
        <a:xfrm rot="2142401">
          <a:off x="3516601" y="1207826"/>
          <a:ext cx="862422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862422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926252" y="1202136"/>
        <a:ext cx="43121" cy="43121"/>
      </dsp:txXfrm>
    </dsp:sp>
    <dsp:sp modelId="{E06F8E74-871B-4A7E-9EE2-831F9F85D4BB}">
      <dsp:nvSpPr>
        <dsp:cNvPr id="0" name=""/>
        <dsp:cNvSpPr/>
      </dsp:nvSpPr>
      <dsp:spPr>
        <a:xfrm>
          <a:off x="4297962" y="1037679"/>
          <a:ext cx="1199877" cy="8753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三点式振荡器</a:t>
          </a:r>
        </a:p>
      </dsp:txBody>
      <dsp:txXfrm>
        <a:off x="4323601" y="1063318"/>
        <a:ext cx="1148599" cy="824097"/>
      </dsp:txXfrm>
    </dsp:sp>
    <dsp:sp modelId="{DF8FCAD2-E63A-4218-A078-366F1CB8A85B}">
      <dsp:nvSpPr>
        <dsp:cNvPr id="0" name=""/>
        <dsp:cNvSpPr/>
      </dsp:nvSpPr>
      <dsp:spPr>
        <a:xfrm rot="18289469">
          <a:off x="5234837" y="956155"/>
          <a:ext cx="1226307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1226307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5817333" y="941369"/>
        <a:ext cx="61315" cy="61315"/>
      </dsp:txXfrm>
    </dsp:sp>
    <dsp:sp modelId="{CB06C3BF-4532-431E-A2C3-A42C9AE2B608}">
      <dsp:nvSpPr>
        <dsp:cNvPr id="0" name=""/>
        <dsp:cNvSpPr/>
      </dsp:nvSpPr>
      <dsp:spPr>
        <a:xfrm>
          <a:off x="6198141" y="30997"/>
          <a:ext cx="1750751" cy="8753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电容三点式</a:t>
          </a:r>
        </a:p>
      </dsp:txBody>
      <dsp:txXfrm>
        <a:off x="6223780" y="56636"/>
        <a:ext cx="1699473" cy="824097"/>
      </dsp:txXfrm>
    </dsp:sp>
    <dsp:sp modelId="{9016C5B0-7844-4A8E-B6C4-894BA8F2CC43}">
      <dsp:nvSpPr>
        <dsp:cNvPr id="0" name=""/>
        <dsp:cNvSpPr/>
      </dsp:nvSpPr>
      <dsp:spPr>
        <a:xfrm>
          <a:off x="5497840" y="1459497"/>
          <a:ext cx="700300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700300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5830483" y="1457860"/>
        <a:ext cx="35015" cy="35015"/>
      </dsp:txXfrm>
    </dsp:sp>
    <dsp:sp modelId="{2DA80CE9-DD82-4A09-A303-CCA52F0EB94D}">
      <dsp:nvSpPr>
        <dsp:cNvPr id="0" name=""/>
        <dsp:cNvSpPr/>
      </dsp:nvSpPr>
      <dsp:spPr>
        <a:xfrm>
          <a:off x="6198141" y="1037679"/>
          <a:ext cx="1750751" cy="8753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电感三点式</a:t>
          </a:r>
        </a:p>
      </dsp:txBody>
      <dsp:txXfrm>
        <a:off x="6223780" y="1063318"/>
        <a:ext cx="1699473" cy="824097"/>
      </dsp:txXfrm>
    </dsp:sp>
    <dsp:sp modelId="{4874950A-5498-425F-92F4-1FFA04BAA097}">
      <dsp:nvSpPr>
        <dsp:cNvPr id="0" name=""/>
        <dsp:cNvSpPr/>
      </dsp:nvSpPr>
      <dsp:spPr>
        <a:xfrm rot="3310531">
          <a:off x="5234837" y="1962838"/>
          <a:ext cx="1226307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1226307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5817333" y="1948051"/>
        <a:ext cx="61315" cy="61315"/>
      </dsp:txXfrm>
    </dsp:sp>
    <dsp:sp modelId="{BAE00889-F36A-4A18-BBC0-F9662A5D5C2C}">
      <dsp:nvSpPr>
        <dsp:cNvPr id="0" name=""/>
        <dsp:cNvSpPr/>
      </dsp:nvSpPr>
      <dsp:spPr>
        <a:xfrm>
          <a:off x="6198141" y="2044362"/>
          <a:ext cx="1750751" cy="875375"/>
        </a:xfrm>
        <a:prstGeom prst="roundRect">
          <a:avLst>
            <a:gd name="adj" fmla="val 10000"/>
          </a:avLst>
        </a:prstGeom>
        <a:solidFill>
          <a:srgbClr val="2D2D8A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FFFF"/>
              </a:solidFill>
              <a:latin typeface="Arial"/>
              <a:ea typeface="宋体"/>
              <a:cs typeface="+mn-cs"/>
            </a:rPr>
            <a:t>改进型：克拉泼电路、西勒电路</a:t>
          </a:r>
        </a:p>
      </dsp:txBody>
      <dsp:txXfrm>
        <a:off x="6223780" y="2070001"/>
        <a:ext cx="1699473" cy="824097"/>
      </dsp:txXfrm>
    </dsp:sp>
    <dsp:sp modelId="{03A1BCBF-5BCF-4EB7-B1DC-6F6A3C3BD556}">
      <dsp:nvSpPr>
        <dsp:cNvPr id="0" name=""/>
        <dsp:cNvSpPr/>
      </dsp:nvSpPr>
      <dsp:spPr>
        <a:xfrm rot="1186030">
          <a:off x="1124685" y="2843685"/>
          <a:ext cx="744149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744149" y="1587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478156" y="2840952"/>
        <a:ext cx="37207" cy="37207"/>
      </dsp:txXfrm>
    </dsp:sp>
    <dsp:sp modelId="{C4F62944-90C8-4464-AD02-7CF5742E7F6A}">
      <dsp:nvSpPr>
        <dsp:cNvPr id="0" name=""/>
        <dsp:cNvSpPr/>
      </dsp:nvSpPr>
      <dsp:spPr>
        <a:xfrm>
          <a:off x="1846910" y="2547703"/>
          <a:ext cx="1750751" cy="87537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晶体振荡器</a:t>
          </a:r>
        </a:p>
      </dsp:txBody>
      <dsp:txXfrm>
        <a:off x="1872549" y="2573342"/>
        <a:ext cx="1699473" cy="824097"/>
      </dsp:txXfrm>
    </dsp:sp>
    <dsp:sp modelId="{32637BD3-288C-4494-8594-7E239DE6F18A}">
      <dsp:nvSpPr>
        <dsp:cNvPr id="0" name=""/>
        <dsp:cNvSpPr/>
      </dsp:nvSpPr>
      <dsp:spPr>
        <a:xfrm rot="19457599">
          <a:off x="3516601" y="2717849"/>
          <a:ext cx="862422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862422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926252" y="2712159"/>
        <a:ext cx="43121" cy="43121"/>
      </dsp:txXfrm>
    </dsp:sp>
    <dsp:sp modelId="{43F72666-9F28-4222-B201-54391B3269CC}">
      <dsp:nvSpPr>
        <dsp:cNvPr id="0" name=""/>
        <dsp:cNvSpPr/>
      </dsp:nvSpPr>
      <dsp:spPr>
        <a:xfrm>
          <a:off x="4297962" y="2044362"/>
          <a:ext cx="1750751" cy="87537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并联谐振：皮尔斯电路、泛音振荡器</a:t>
          </a:r>
        </a:p>
      </dsp:txBody>
      <dsp:txXfrm>
        <a:off x="4323601" y="2070001"/>
        <a:ext cx="1699473" cy="824097"/>
      </dsp:txXfrm>
    </dsp:sp>
    <dsp:sp modelId="{0B9F4834-F2CD-488E-8CD1-895B24BD1151}">
      <dsp:nvSpPr>
        <dsp:cNvPr id="0" name=""/>
        <dsp:cNvSpPr/>
      </dsp:nvSpPr>
      <dsp:spPr>
        <a:xfrm rot="2142401">
          <a:off x="3516601" y="3221190"/>
          <a:ext cx="862422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862422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926252" y="3215501"/>
        <a:ext cx="43121" cy="43121"/>
      </dsp:txXfrm>
    </dsp:sp>
    <dsp:sp modelId="{BD2B653A-168E-48C7-98E2-CDA9B642BA8E}">
      <dsp:nvSpPr>
        <dsp:cNvPr id="0" name=""/>
        <dsp:cNvSpPr/>
      </dsp:nvSpPr>
      <dsp:spPr>
        <a:xfrm>
          <a:off x="4297962" y="3051044"/>
          <a:ext cx="1750751" cy="87537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串联谐振</a:t>
          </a:r>
        </a:p>
      </dsp:txBody>
      <dsp:txXfrm>
        <a:off x="4323601" y="3076683"/>
        <a:ext cx="1699473" cy="824097"/>
      </dsp:txXfrm>
    </dsp:sp>
    <dsp:sp modelId="{3A3CB66F-F3BE-4395-8CBC-CF313441B9F1}">
      <dsp:nvSpPr>
        <dsp:cNvPr id="0" name=""/>
        <dsp:cNvSpPr/>
      </dsp:nvSpPr>
      <dsp:spPr>
        <a:xfrm rot="4099285">
          <a:off x="548869" y="3598696"/>
          <a:ext cx="1895781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1895781" y="1587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1449365" y="3567172"/>
        <a:ext cx="94789" cy="94789"/>
      </dsp:txXfrm>
    </dsp:sp>
    <dsp:sp modelId="{C075DFA2-2C8C-4A0F-9B20-6C3C3EF29BE8}">
      <dsp:nvSpPr>
        <dsp:cNvPr id="0" name=""/>
        <dsp:cNvSpPr/>
      </dsp:nvSpPr>
      <dsp:spPr>
        <a:xfrm>
          <a:off x="1846910" y="4057726"/>
          <a:ext cx="1750751" cy="87537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RC</a:t>
          </a:r>
          <a:r>
            <a:rPr lang="zh-CN" altLang="en-US" sz="1800" kern="1200" dirty="0"/>
            <a:t>振荡</a:t>
          </a:r>
        </a:p>
      </dsp:txBody>
      <dsp:txXfrm>
        <a:off x="1872549" y="4083365"/>
        <a:ext cx="1699473" cy="824097"/>
      </dsp:txXfrm>
    </dsp:sp>
    <dsp:sp modelId="{D7F3707E-D45E-4775-A1D2-7605363ABA4E}">
      <dsp:nvSpPr>
        <dsp:cNvPr id="0" name=""/>
        <dsp:cNvSpPr/>
      </dsp:nvSpPr>
      <dsp:spPr>
        <a:xfrm>
          <a:off x="3597662" y="4479543"/>
          <a:ext cx="700300" cy="31741"/>
        </a:xfrm>
        <a:custGeom>
          <a:avLst/>
          <a:gdLst/>
          <a:ahLst/>
          <a:cxnLst/>
          <a:rect l="0" t="0" r="0" b="0"/>
          <a:pathLst>
            <a:path>
              <a:moveTo>
                <a:pt x="0" y="15870"/>
              </a:moveTo>
              <a:lnTo>
                <a:pt x="700300" y="15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930305" y="4477906"/>
        <a:ext cx="35015" cy="35015"/>
      </dsp:txXfrm>
    </dsp:sp>
    <dsp:sp modelId="{4A8BFC4E-4D81-4227-8979-4E5A6A81010F}">
      <dsp:nvSpPr>
        <dsp:cNvPr id="0" name=""/>
        <dsp:cNvSpPr/>
      </dsp:nvSpPr>
      <dsp:spPr>
        <a:xfrm>
          <a:off x="4297962" y="4057726"/>
          <a:ext cx="1750751" cy="87537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文氏电桥振荡器</a:t>
          </a:r>
        </a:p>
      </dsp:txBody>
      <dsp:txXfrm>
        <a:off x="4323601" y="4083365"/>
        <a:ext cx="1699473" cy="824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16.wmf"/><Relationship Id="rId4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051CC-4DB8-414A-B00B-076F72A737A4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A60E5-1677-4F73-B5F7-945E3693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7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273C3-AE0B-48AE-B896-9C798DF22F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82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8101B7-753C-49FC-9F38-BF9AA07E5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51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F222-3766-4212-A663-91E1C86382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74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F0290-56EF-4AB1-9D05-383F1F50E5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67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137CB-8DD5-43B1-9A51-AEEFDFA66F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79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DD24C-F5EB-424D-BCFE-FC28C1515D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459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E3580-49B2-4E15-8866-CC4AB8CE00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315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C1575-A7F6-42FE-BF82-65AE1BC423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579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938FF-22C8-48F8-832D-E0925DFEEB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81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F5262-D339-482A-B7E9-2BB6C32A84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37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9E1A6-734D-43D0-A8E3-2C81F456B9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995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05272" y="274638"/>
            <a:ext cx="7895220" cy="74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05272" y="1304764"/>
            <a:ext cx="7895220" cy="482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FA3D213-CAE3-499E-82C4-4728DAC68A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2.wmf"/><Relationship Id="rId3" Type="http://schemas.openxmlformats.org/officeDocument/2006/relationships/image" Target="../media/image13.e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8.emf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7.emf"/><Relationship Id="rId5" Type="http://schemas.openxmlformats.org/officeDocument/2006/relationships/image" Target="../media/image14.wmf"/><Relationship Id="rId10" Type="http://schemas.openxmlformats.org/officeDocument/2006/relationships/package" Target="../embeddings/Microsoft_Word_Document.docx"/><Relationship Id="rId4" Type="http://schemas.openxmlformats.org/officeDocument/2006/relationships/oleObject" Target="../embeddings/oleObject6.bin"/><Relationship Id="rId9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8.emf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9.emf"/><Relationship Id="rId5" Type="http://schemas.openxmlformats.org/officeDocument/2006/relationships/image" Target="../media/image14.wmf"/><Relationship Id="rId10" Type="http://schemas.openxmlformats.org/officeDocument/2006/relationships/package" Target="../embeddings/Microsoft_Word_Document1.docx"/><Relationship Id="rId4" Type="http://schemas.openxmlformats.org/officeDocument/2006/relationships/oleObject" Target="../embeddings/oleObject9.bin"/><Relationship Id="rId9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5.bin"/><Relationship Id="rId3" Type="http://schemas.openxmlformats.org/officeDocument/2006/relationships/image" Target="../media/image24.emf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png"/><Relationship Id="rId11" Type="http://schemas.openxmlformats.org/officeDocument/2006/relationships/oleObject" Target="../embeddings/oleObject14.bin"/><Relationship Id="rId5" Type="http://schemas.openxmlformats.org/officeDocument/2006/relationships/image" Target="../media/image33.png"/><Relationship Id="rId10" Type="http://schemas.openxmlformats.org/officeDocument/2006/relationships/image" Target="../media/image22.wmf"/><Relationship Id="rId4" Type="http://schemas.openxmlformats.org/officeDocument/2006/relationships/image" Target="../media/image32.png"/><Relationship Id="rId9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41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8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3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16.wmf"/><Relationship Id="rId3" Type="http://schemas.openxmlformats.org/officeDocument/2006/relationships/image" Target="../media/image51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7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image" Target="../media/image57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wmf"/><Relationship Id="rId11" Type="http://schemas.openxmlformats.org/officeDocument/2006/relationships/image" Target="../media/image56.wmf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3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64.emf"/><Relationship Id="rId4" Type="http://schemas.openxmlformats.org/officeDocument/2006/relationships/image" Target="../media/image63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62CE713-4A72-4C1F-94B5-D0D4706C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考试信息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8DF5F4D-DA1C-447D-8CEA-5A4F06E85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题型分值：</a:t>
            </a:r>
            <a:endParaRPr lang="en-US" altLang="zh-CN" dirty="0"/>
          </a:p>
          <a:p>
            <a:pPr lvl="1"/>
            <a:r>
              <a:rPr lang="zh-CN" altLang="en-US" dirty="0"/>
              <a:t>填空</a:t>
            </a:r>
            <a:r>
              <a:rPr lang="en-US" altLang="zh-CN" dirty="0"/>
              <a:t>5</a:t>
            </a:r>
            <a:r>
              <a:rPr lang="zh-CN" altLang="en-US" dirty="0"/>
              <a:t>题，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选择</a:t>
            </a:r>
            <a:r>
              <a:rPr lang="en-US" altLang="zh-CN" dirty="0"/>
              <a:t>5</a:t>
            </a:r>
            <a:r>
              <a:rPr lang="zh-CN" altLang="en-US" dirty="0"/>
              <a:t>题，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综合题</a:t>
            </a:r>
            <a:r>
              <a:rPr lang="en-US" altLang="zh-CN" dirty="0"/>
              <a:t>6</a:t>
            </a:r>
            <a:r>
              <a:rPr lang="zh-CN" altLang="en-US" dirty="0"/>
              <a:t>题，</a:t>
            </a:r>
            <a:r>
              <a:rPr lang="en-US" altLang="zh-CN" dirty="0"/>
              <a:t>80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考试时间：</a:t>
            </a:r>
            <a:r>
              <a:rPr lang="en-US" altLang="zh-CN" dirty="0"/>
              <a:t>90</a:t>
            </a:r>
            <a:r>
              <a:rPr lang="zh-CN" altLang="en-US" dirty="0"/>
              <a:t>分钟</a:t>
            </a:r>
            <a:endParaRPr lang="en-US" altLang="zh-CN" dirty="0"/>
          </a:p>
          <a:p>
            <a:r>
              <a:rPr lang="zh-CN" altLang="en-US" dirty="0"/>
              <a:t>可携带计算器</a:t>
            </a:r>
          </a:p>
        </p:txBody>
      </p:sp>
    </p:spTree>
    <p:extLst>
      <p:ext uri="{BB962C8B-B14F-4D97-AF65-F5344CB8AC3E}">
        <p14:creationId xmlns:p14="http://schemas.microsoft.com/office/powerpoint/2010/main" val="366557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功率放大器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甲类</a:t>
            </a:r>
            <a:endParaRPr lang="en-US" altLang="zh-CN" dirty="0"/>
          </a:p>
          <a:p>
            <a:pPr lvl="1"/>
            <a:r>
              <a:rPr lang="zh-CN" altLang="en-US" dirty="0"/>
              <a:t>变压器耦合</a:t>
            </a:r>
            <a:endParaRPr lang="en-US" altLang="zh-CN" dirty="0"/>
          </a:p>
          <a:p>
            <a:r>
              <a:rPr lang="zh-CN" altLang="en-US" dirty="0"/>
              <a:t>乙类</a:t>
            </a:r>
            <a:endParaRPr lang="en-US" altLang="zh-CN" dirty="0"/>
          </a:p>
          <a:p>
            <a:pPr lvl="1"/>
            <a:r>
              <a:rPr lang="zh-CN" altLang="en-US" dirty="0"/>
              <a:t>变压器耦合</a:t>
            </a:r>
            <a:endParaRPr lang="en-US" altLang="zh-CN" dirty="0"/>
          </a:p>
          <a:p>
            <a:pPr lvl="1"/>
            <a:r>
              <a:rPr lang="en-US" altLang="zh-CN" dirty="0"/>
              <a:t>OTL</a:t>
            </a:r>
          </a:p>
          <a:p>
            <a:pPr lvl="1"/>
            <a:r>
              <a:rPr lang="en-US" altLang="zh-CN" dirty="0"/>
              <a:t>OCL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09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学习要求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掌握基本电路形式</a:t>
                </a:r>
                <a:endParaRPr lang="en-US" altLang="zh-CN" dirty="0"/>
              </a:p>
              <a:p>
                <a:r>
                  <a:rPr lang="zh-CN" altLang="en-US" dirty="0"/>
                  <a:t>动态分析（根据交流负载线来分析）</a:t>
                </a:r>
                <a:endParaRPr lang="en-US" altLang="zh-CN" dirty="0"/>
              </a:p>
              <a:p>
                <a:r>
                  <a:rPr lang="zh-CN" altLang="en-US" dirty="0"/>
                  <a:t>功率性能计算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输出功率</a:t>
                </a:r>
                <a:r>
                  <a:rPr lang="en-US" altLang="zh-CN" dirty="0"/>
                  <a:t>P</a:t>
                </a:r>
                <a:r>
                  <a:rPr lang="en-US" altLang="zh-CN" baseline="-25000" dirty="0"/>
                  <a:t>o</a:t>
                </a:r>
              </a:p>
              <a:p>
                <a:pPr lvl="1"/>
                <a:r>
                  <a:rPr lang="zh-CN" altLang="en-US" dirty="0"/>
                  <a:t>电源功率</a:t>
                </a:r>
                <a:r>
                  <a:rPr lang="en-US" altLang="zh-CN" dirty="0"/>
                  <a:t>P</a:t>
                </a:r>
                <a:r>
                  <a:rPr lang="en-US" altLang="zh-CN" baseline="-25000" dirty="0"/>
                  <a:t>D</a:t>
                </a:r>
              </a:p>
              <a:p>
                <a:pPr lvl="1"/>
                <a:r>
                  <a:rPr lang="zh-CN" altLang="en-US" dirty="0"/>
                  <a:t>集电极耗散（管耗）</a:t>
                </a:r>
                <a:r>
                  <a:rPr lang="en-US" altLang="zh-CN" dirty="0"/>
                  <a:t>P</a:t>
                </a:r>
                <a:r>
                  <a:rPr lang="en-US" altLang="zh-CN" baseline="-25000" dirty="0"/>
                  <a:t>C</a:t>
                </a:r>
              </a:p>
              <a:p>
                <a:pPr lvl="1"/>
                <a:r>
                  <a:rPr lang="zh-CN" altLang="en-US" dirty="0"/>
                  <a:t>集电极效率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安全工作条件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99" t="-2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1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几种改进电路：</a:t>
            </a:r>
            <a:endParaRPr lang="en-US" altLang="zh-CN" dirty="0"/>
          </a:p>
          <a:p>
            <a:pPr lvl="1"/>
            <a:r>
              <a:rPr lang="zh-CN" altLang="en-US" dirty="0"/>
              <a:t>起始偏置电路：用于克服交越失真</a:t>
            </a:r>
            <a:endParaRPr lang="en-US" altLang="zh-CN" dirty="0"/>
          </a:p>
          <a:p>
            <a:pPr lvl="1"/>
            <a:r>
              <a:rPr lang="zh-CN" altLang="en-US" dirty="0"/>
              <a:t>自举电路：使功放的输入得到充分激励</a:t>
            </a:r>
            <a:endParaRPr lang="en-US" altLang="zh-CN" dirty="0"/>
          </a:p>
          <a:p>
            <a:pPr lvl="1"/>
            <a:r>
              <a:rPr lang="zh-CN" altLang="en-US" dirty="0"/>
              <a:t>保护电路：输出电流保护</a:t>
            </a:r>
            <a:endParaRPr lang="en-US" altLang="zh-CN" dirty="0"/>
          </a:p>
          <a:p>
            <a:pPr lvl="1"/>
            <a:r>
              <a:rPr lang="en-US" altLang="zh-CN" dirty="0"/>
              <a:t>BTL</a:t>
            </a:r>
            <a:r>
              <a:rPr lang="zh-CN" altLang="en-US" dirty="0"/>
              <a:t>电路：提高最大输出功率，其理论最大输出功率是</a:t>
            </a:r>
            <a:r>
              <a:rPr lang="en-US" altLang="zh-CN" dirty="0"/>
              <a:t>OTL</a:t>
            </a:r>
            <a:r>
              <a:rPr lang="zh-CN" altLang="en-US" dirty="0"/>
              <a:t>或</a:t>
            </a:r>
            <a:r>
              <a:rPr lang="en-US" altLang="zh-CN" dirty="0"/>
              <a:t>OCL</a:t>
            </a:r>
            <a:r>
              <a:rPr lang="zh-CN" altLang="en-US" dirty="0"/>
              <a:t>的</a:t>
            </a:r>
            <a:r>
              <a:rPr lang="en-US" altLang="zh-CN" dirty="0"/>
              <a:t>4</a:t>
            </a:r>
            <a:r>
              <a:rPr lang="zh-CN" altLang="en-US" dirty="0"/>
              <a:t>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1841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dirty="0"/>
              <a:t>甲类变压器耦合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32856"/>
            <a:ext cx="3240360" cy="2931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3918" y="1268760"/>
            <a:ext cx="16921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基本电路：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6056" y="1268760"/>
            <a:ext cx="374441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特点：</a:t>
            </a:r>
            <a:endParaRPr lang="en-US" altLang="zh-CN" dirty="0"/>
          </a:p>
          <a:p>
            <a:r>
              <a:rPr lang="zh-CN" altLang="en-US" dirty="0"/>
              <a:t>输出采用变压器耦合，避免在负载上消耗直流功率，使得最大集电极效率提升到</a:t>
            </a:r>
            <a:r>
              <a:rPr lang="en-US" altLang="zh-CN" dirty="0"/>
              <a:t>50%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145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045" y="1719860"/>
            <a:ext cx="2844103" cy="2573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742849"/>
            <a:ext cx="1379907" cy="180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937461"/>
            <a:ext cx="1512168" cy="159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右箭头 2"/>
          <p:cNvSpPr/>
          <p:nvPr/>
        </p:nvSpPr>
        <p:spPr bwMode="auto">
          <a:xfrm>
            <a:off x="4644008" y="4476829"/>
            <a:ext cx="1148613" cy="517442"/>
          </a:xfrm>
          <a:prstGeom prst="rightArrow">
            <a:avLst/>
          </a:prstGeom>
          <a:noFill/>
          <a:ln>
            <a:solidFill>
              <a:srgbClr val="0000FF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右箭头 9"/>
          <p:cNvSpPr/>
          <p:nvPr/>
        </p:nvSpPr>
        <p:spPr bwMode="auto">
          <a:xfrm>
            <a:off x="4608004" y="2204864"/>
            <a:ext cx="1148613" cy="517442"/>
          </a:xfrm>
          <a:prstGeom prst="rightArrow">
            <a:avLst/>
          </a:prstGeom>
          <a:noFill/>
          <a:ln>
            <a:solidFill>
              <a:srgbClr val="0000FF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95694" y="1742849"/>
            <a:ext cx="169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直流通路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9992" y="3893771"/>
            <a:ext cx="169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交流通路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7644" y="776317"/>
            <a:ext cx="23042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直、交流通路：</a:t>
            </a:r>
          </a:p>
        </p:txBody>
      </p:sp>
    </p:spTree>
    <p:extLst>
      <p:ext uri="{BB962C8B-B14F-4D97-AF65-F5344CB8AC3E}">
        <p14:creationId xmlns:p14="http://schemas.microsoft.com/office/powerpoint/2010/main" val="189454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负载线、</a:t>
            </a:r>
            <a:r>
              <a:rPr lang="en-US" altLang="zh-CN" dirty="0"/>
              <a:t>Q</a:t>
            </a:r>
            <a:r>
              <a:rPr lang="zh-CN" altLang="en-US" dirty="0"/>
              <a:t>点：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643" y="903569"/>
            <a:ext cx="2880321" cy="2520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395908" y="776317"/>
            <a:ext cx="43525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直流负载线：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CE</a:t>
            </a:r>
            <a:r>
              <a:rPr lang="en-US" altLang="zh-CN" sz="2400" dirty="0"/>
              <a:t>=V</a:t>
            </a:r>
            <a:r>
              <a:rPr lang="en-US" altLang="zh-CN" sz="2400" baseline="-25000" dirty="0"/>
              <a:t>CC</a:t>
            </a:r>
            <a:endParaRPr lang="en-US" altLang="zh-CN" sz="2400" dirty="0"/>
          </a:p>
          <a:p>
            <a:r>
              <a:rPr lang="zh-CN" altLang="en-US" sz="2400" dirty="0"/>
              <a:t>交流负载线：过</a:t>
            </a:r>
            <a:r>
              <a:rPr lang="en-US" altLang="zh-CN" sz="2400" dirty="0"/>
              <a:t>Q</a:t>
            </a:r>
            <a:r>
              <a:rPr lang="zh-CN" altLang="en-US" sz="2400" dirty="0"/>
              <a:t>点的直线，斜率为</a:t>
            </a:r>
            <a:r>
              <a:rPr lang="en-US" altLang="zh-CN" sz="2400" dirty="0"/>
              <a:t>-1/R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’</a:t>
            </a:r>
            <a:r>
              <a:rPr lang="zh-CN" altLang="en-US" sz="2400" dirty="0"/>
              <a:t>。当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’</a:t>
            </a:r>
            <a:r>
              <a:rPr lang="zh-CN" altLang="en-US" sz="2400" dirty="0"/>
              <a:t>取不同值时，交流负载线的截距也不同。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上述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’=n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L</a:t>
            </a:r>
            <a:r>
              <a:rPr lang="zh-CN" altLang="en-US" sz="2400" baseline="-25000" dirty="0"/>
              <a:t>，</a:t>
            </a:r>
            <a:r>
              <a:rPr lang="en-US" altLang="zh-CN" sz="2400" dirty="0"/>
              <a:t>n</a:t>
            </a:r>
            <a:r>
              <a:rPr lang="zh-CN" altLang="en-US" sz="2400" dirty="0"/>
              <a:t>为变压器线圈匝数比。</a:t>
            </a:r>
            <a:endParaRPr lang="zh-CN" altLang="en-US" sz="2400" baseline="-25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256" y="4059639"/>
            <a:ext cx="2864331" cy="2529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563251" y="4059639"/>
            <a:ext cx="4352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匹配负载：当</a:t>
            </a:r>
            <a:r>
              <a:rPr lang="en-US" altLang="zh-CN" sz="2400" dirty="0"/>
              <a:t>Q</a:t>
            </a:r>
            <a:r>
              <a:rPr lang="zh-CN" altLang="en-US" sz="2400" dirty="0"/>
              <a:t>点位于交流负载线中点时，称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’</a:t>
            </a:r>
            <a:r>
              <a:rPr lang="zh-CN" altLang="en-US" sz="2400" dirty="0"/>
              <a:t>为匹配负载。此时交流负载线在横轴的截距为</a:t>
            </a:r>
            <a:r>
              <a:rPr lang="en-US" altLang="zh-CN" sz="2400" dirty="0"/>
              <a:t>2V</a:t>
            </a:r>
            <a:r>
              <a:rPr lang="en-US" altLang="zh-CN" sz="2400" baseline="-25000" dirty="0"/>
              <a:t>CC</a:t>
            </a:r>
            <a:r>
              <a:rPr lang="zh-CN" altLang="en-US" sz="2400" dirty="0"/>
              <a:t>。</a:t>
            </a:r>
            <a:endParaRPr lang="en-US" altLang="zh-CN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07346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60" y="1052736"/>
            <a:ext cx="3613144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4737022" y="1016732"/>
            <a:ext cx="41399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在输入信号作用下，瞬时工作点将沿着交流负载线移动。当考虑到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CE(sat)</a:t>
            </a:r>
            <a:r>
              <a:rPr lang="zh-CN" altLang="zh-CN" sz="2400" dirty="0"/>
              <a:t>和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CEO</a:t>
            </a:r>
            <a:r>
              <a:rPr lang="zh-CN" altLang="zh-CN" sz="2400" dirty="0"/>
              <a:t>时，瞬时工作点最大移动范围为</a:t>
            </a:r>
            <a:r>
              <a:rPr lang="en-US" altLang="zh-CN" sz="2400" dirty="0"/>
              <a:t>Q1</a:t>
            </a:r>
            <a:r>
              <a:rPr lang="zh-CN" altLang="zh-CN" sz="2400" dirty="0"/>
              <a:t>和</a:t>
            </a:r>
            <a:r>
              <a:rPr lang="en-US" altLang="zh-CN" sz="2400" dirty="0"/>
              <a:t>Q2</a:t>
            </a:r>
            <a:r>
              <a:rPr lang="zh-CN" altLang="zh-CN" sz="2400" dirty="0"/>
              <a:t>之间。为了分析方便，设：</a:t>
            </a:r>
            <a:r>
              <a:rPr lang="en-US" altLang="zh-CN" sz="2400" dirty="0"/>
              <a:t> V</a:t>
            </a:r>
            <a:r>
              <a:rPr lang="en-US" altLang="zh-CN" sz="2400" baseline="-25000" dirty="0"/>
              <a:t>CE(sat) </a:t>
            </a:r>
            <a:r>
              <a:rPr lang="en-US" altLang="zh-CN" sz="2400" dirty="0"/>
              <a:t>=0</a:t>
            </a:r>
            <a:r>
              <a:rPr lang="zh-CN" altLang="zh-CN" sz="2400" dirty="0"/>
              <a:t>、</a:t>
            </a:r>
            <a:r>
              <a:rPr lang="en-US" altLang="zh-CN" sz="2400" dirty="0"/>
              <a:t> I</a:t>
            </a:r>
            <a:r>
              <a:rPr lang="en-US" altLang="zh-CN" sz="2400" baseline="-25000" dirty="0"/>
              <a:t>CEO </a:t>
            </a:r>
            <a:r>
              <a:rPr lang="en-US" altLang="zh-CN" sz="2400" dirty="0"/>
              <a:t>=0</a:t>
            </a:r>
            <a:r>
              <a:rPr lang="zh-CN" altLang="zh-CN" sz="2400" dirty="0"/>
              <a:t>（理想条件），则瞬时工作点最大移动范围可到达纵轴和横轴即</a:t>
            </a:r>
            <a:r>
              <a:rPr lang="en-US" altLang="zh-CN" sz="2400" dirty="0"/>
              <a:t>Q3</a:t>
            </a:r>
            <a:r>
              <a:rPr lang="zh-CN" altLang="zh-CN" sz="2400" dirty="0"/>
              <a:t>、</a:t>
            </a:r>
            <a:r>
              <a:rPr lang="en-US" altLang="zh-CN" sz="2400" dirty="0"/>
              <a:t>Q4</a:t>
            </a:r>
            <a:r>
              <a:rPr lang="zh-CN" altLang="zh-CN" sz="2400" dirty="0"/>
              <a:t>点。</a:t>
            </a:r>
            <a:endParaRPr lang="zh-CN" alt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动态分析：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7642" y="4869160"/>
            <a:ext cx="6012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如无特别说明，后续的所有分析（工作波形、功率分析等等）都假设为理想条件。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5076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756615" y="1016732"/>
            <a:ext cx="29728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设基极的交流激励电流为：</a:t>
            </a:r>
            <a:endParaRPr lang="zh-CN" alt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工作波形：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16" y="1160747"/>
            <a:ext cx="4525800" cy="3383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756615" y="2564904"/>
            <a:ext cx="2972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则集电极交流电流为：</a:t>
            </a:r>
            <a:endParaRPr lang="zh-CN" altLang="en-US" sz="2400" dirty="0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252788"/>
              </p:ext>
            </p:extLst>
          </p:nvPr>
        </p:nvGraphicFramePr>
        <p:xfrm>
          <a:off x="6156176" y="1862198"/>
          <a:ext cx="1671264" cy="450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" name="Equation" r:id="rId4" imgW="850900" imgH="228600" progId="Equation.DSMT4">
                  <p:embed/>
                </p:oleObj>
              </mc:Choice>
              <mc:Fallback>
                <p:oleObj name="Equation" r:id="rId4" imgW="8509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1862198"/>
                        <a:ext cx="1671264" cy="4506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416649"/>
              </p:ext>
            </p:extLst>
          </p:nvPr>
        </p:nvGraphicFramePr>
        <p:xfrm>
          <a:off x="6228184" y="3140968"/>
          <a:ext cx="158417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4" name="Equation" r:id="rId6" imgW="838564" imgH="228699" progId="Equation.DSMT4">
                  <p:embed/>
                </p:oleObj>
              </mc:Choice>
              <mc:Fallback>
                <p:oleObj name="Equation" r:id="rId6" imgW="838564" imgH="22869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3140968"/>
                        <a:ext cx="1584176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5756615" y="3681028"/>
            <a:ext cx="2972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集电极交流</a:t>
            </a:r>
            <a:r>
              <a:rPr lang="zh-CN" altLang="en-US" sz="2400" dirty="0"/>
              <a:t>电压</a:t>
            </a:r>
            <a:r>
              <a:rPr lang="zh-CN" altLang="zh-CN" sz="2400" dirty="0"/>
              <a:t>为：</a:t>
            </a:r>
            <a:endParaRPr lang="zh-CN" altLang="en-US" sz="2400" dirty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731628"/>
              </p:ext>
            </p:extLst>
          </p:nvPr>
        </p:nvGraphicFramePr>
        <p:xfrm>
          <a:off x="6192180" y="4293096"/>
          <a:ext cx="1800200" cy="411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" name="Equation" r:id="rId8" imgW="1003300" imgH="228600" progId="Equation.DSMT4">
                  <p:embed/>
                </p:oleObj>
              </mc:Choice>
              <mc:Fallback>
                <p:oleObj name="Equation" r:id="rId8" imgW="10033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180" y="4293096"/>
                        <a:ext cx="1800200" cy="4114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512120"/>
              </p:ext>
            </p:extLst>
          </p:nvPr>
        </p:nvGraphicFramePr>
        <p:xfrm>
          <a:off x="2367012" y="5193196"/>
          <a:ext cx="1589220" cy="428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" name="Equation" r:id="rId10" imgW="850900" imgH="228600" progId="Equation.DSMT4">
                  <p:embed/>
                </p:oleObj>
              </mc:Choice>
              <mc:Fallback>
                <p:oleObj name="Equation" r:id="rId10" imgW="8509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012" y="5193196"/>
                        <a:ext cx="1589220" cy="4285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822181"/>
              </p:ext>
            </p:extLst>
          </p:nvPr>
        </p:nvGraphicFramePr>
        <p:xfrm>
          <a:off x="4351295" y="5193196"/>
          <a:ext cx="1660865" cy="415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" name="Equation" r:id="rId12" imgW="952500" imgH="241300" progId="Equation.DSMT4">
                  <p:embed/>
                </p:oleObj>
              </mc:Choice>
              <mc:Fallback>
                <p:oleObj name="Equation" r:id="rId12" imgW="9525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295" y="5193196"/>
                        <a:ext cx="1660865" cy="415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1367642" y="5157192"/>
            <a:ext cx="2972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并且：</a:t>
            </a:r>
          </a:p>
        </p:txBody>
      </p:sp>
    </p:spTree>
    <p:extLst>
      <p:ext uri="{BB962C8B-B14F-4D97-AF65-F5344CB8AC3E}">
        <p14:creationId xmlns:p14="http://schemas.microsoft.com/office/powerpoint/2010/main" val="17054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971600" y="3861048"/>
                <a:ext cx="7560840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1. </a:t>
                </a:r>
                <a:r>
                  <a:rPr lang="zh-CN" altLang="en-US" sz="2400" dirty="0"/>
                  <a:t>输出功率：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𝑐𝑚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𝑐𝑚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  <m:sup>
                        <m:r>
                          <a:rPr lang="en-US" altLang="zh-CN" sz="240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𝑐𝑚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861048"/>
                <a:ext cx="7560840" cy="613886"/>
              </a:xfrm>
              <a:prstGeom prst="rect">
                <a:avLst/>
              </a:prstGeom>
              <a:blipFill rotWithShape="1">
                <a:blip r:embed="rId2"/>
                <a:stretch>
                  <a:fillRect l="-1209" b="-8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功率分析：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27" y="872716"/>
            <a:ext cx="4029401" cy="3012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971600" y="4561626"/>
                <a:ext cx="7560840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最大输出功率：当输入充分激励时，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𝐶𝐶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𝐶𝑄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𝑜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/>
                          </a:rPr>
                          <m:t>max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𝐶𝐶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𝐶𝑄</m:t>
                        </m:r>
                      </m:sub>
                    </m:sSub>
                  </m:oMath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561626"/>
                <a:ext cx="7560840" cy="983218"/>
              </a:xfrm>
              <a:prstGeom prst="rect">
                <a:avLst/>
              </a:prstGeom>
              <a:blipFill rotWithShape="1">
                <a:blip r:embed="rId4"/>
                <a:stretch>
                  <a:fillRect l="-1209" t="-6790"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971600" y="5553236"/>
                <a:ext cx="7560840" cy="10170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2. </a:t>
                </a:r>
                <a:r>
                  <a:rPr lang="zh-CN" altLang="en-US" sz="2400" dirty="0"/>
                  <a:t>直流电源提供功率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：（定值，与输入激励无关）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  <a:p>
                <a:r>
                  <a:rPr lang="en-US" altLang="zh-CN" sz="2400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𝜋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𝐶𝑄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𝑐𝑚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𝑠𝑖𝑛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)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𝑡</m:t>
                        </m:r>
                      </m:e>
                    </m:nary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𝐶𝐶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𝐶𝑄</m:t>
                        </m:r>
                      </m:sub>
                    </m:sSub>
                  </m:oMath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553236"/>
                <a:ext cx="7560840" cy="1017073"/>
              </a:xfrm>
              <a:prstGeom prst="rect">
                <a:avLst/>
              </a:prstGeom>
              <a:blipFill rotWithShape="1">
                <a:blip r:embed="rId5"/>
                <a:stretch>
                  <a:fillRect l="-1209" t="-6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58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功率分析：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971600" y="4005064"/>
                <a:ext cx="7560840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3. </a:t>
                </a:r>
                <a:r>
                  <a:rPr lang="zh-CN" altLang="en-US" sz="2400" dirty="0"/>
                  <a:t>集电极耗散功率：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𝐶𝐶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𝐶𝑄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</m:sSub>
                  </m:oMath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005064"/>
                <a:ext cx="7560840" cy="613886"/>
              </a:xfrm>
              <a:prstGeom prst="rect">
                <a:avLst/>
              </a:prstGeom>
              <a:blipFill rotWithShape="1">
                <a:blip r:embed="rId2"/>
                <a:stretch>
                  <a:fillRect l="-1209" b="-8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27" y="872716"/>
            <a:ext cx="4029401" cy="3012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973639" y="4618950"/>
                <a:ext cx="7560840" cy="857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最大集电极耗散功率：</a:t>
                </a:r>
                <a:endParaRPr lang="en-US" altLang="zh-CN" sz="2400" dirty="0"/>
              </a:p>
              <a:p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sz="2400" dirty="0"/>
                  <a:t>时，得到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𝐶𝐶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𝐶𝑄</m:t>
                        </m:r>
                      </m:sub>
                    </m:sSub>
                  </m:oMath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39" y="4618950"/>
                <a:ext cx="7560840" cy="857094"/>
              </a:xfrm>
              <a:prstGeom prst="rect">
                <a:avLst/>
              </a:prstGeom>
              <a:blipFill rotWithShape="1">
                <a:blip r:embed="rId4"/>
                <a:stretch>
                  <a:fillRect l="-1290" t="-7857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71600" y="5481228"/>
                <a:ext cx="7560840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4. </a:t>
                </a:r>
                <a:r>
                  <a:rPr lang="zh-CN" altLang="en-US" sz="2400" dirty="0"/>
                  <a:t>集电极效率：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𝑐𝑚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𝐶𝐶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𝐶𝑄</m:t>
                        </m:r>
                      </m:sub>
                    </m:sSub>
                  </m:oMath>
                </a14:m>
                <a:endParaRPr lang="en-US" altLang="zh-CN" sz="2400" i="1" dirty="0"/>
              </a:p>
              <a:p>
                <a:r>
                  <a:rPr lang="zh-CN" altLang="en-US" sz="2400" dirty="0"/>
                  <a:t>最大集电极效率：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𝑐𝑚𝑎𝑥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0" smtClean="0">
                        <a:latin typeface="Cambria Math"/>
                      </a:rPr>
                      <m:t>50%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481228"/>
                <a:ext cx="7560840" cy="983218"/>
              </a:xfrm>
              <a:prstGeom prst="rect">
                <a:avLst/>
              </a:prstGeom>
              <a:blipFill rotWithShape="1">
                <a:blip r:embed="rId5"/>
                <a:stretch>
                  <a:fillRect l="-1209" b="-11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85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45961"/>
            <a:ext cx="3564396" cy="3120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管安全：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515064"/>
              </p:ext>
            </p:extLst>
          </p:nvPr>
        </p:nvGraphicFramePr>
        <p:xfrm>
          <a:off x="5508104" y="1232756"/>
          <a:ext cx="1501667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" name="Equation" r:id="rId4" imgW="737240" imgH="228799" progId="Equation.DSMT4">
                  <p:embed/>
                </p:oleObj>
              </mc:Choice>
              <mc:Fallback>
                <p:oleObj name="Equation" r:id="rId4" imgW="737240" imgH="22879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232756"/>
                        <a:ext cx="1501667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542056"/>
              </p:ext>
            </p:extLst>
          </p:nvPr>
        </p:nvGraphicFramePr>
        <p:xfrm>
          <a:off x="5508104" y="1850188"/>
          <a:ext cx="2125736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9" name="Equation" r:id="rId6" imgW="1041120" imgH="228600" progId="Equation.DSMT4">
                  <p:embed/>
                </p:oleObj>
              </mc:Choice>
              <mc:Fallback>
                <p:oleObj name="Equation" r:id="rId6" imgW="10411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850188"/>
                        <a:ext cx="2125736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662559"/>
              </p:ext>
            </p:extLst>
          </p:nvPr>
        </p:nvGraphicFramePr>
        <p:xfrm>
          <a:off x="5544108" y="2528900"/>
          <a:ext cx="1404156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0" name="Equation" r:id="rId8" imgW="686396" imgH="228799" progId="Equation.DSMT4">
                  <p:embed/>
                </p:oleObj>
              </mc:Choice>
              <mc:Fallback>
                <p:oleObj name="Equation" r:id="rId8" imgW="686396" imgH="22879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08" y="2528900"/>
                        <a:ext cx="1404156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650410"/>
              </p:ext>
            </p:extLst>
          </p:nvPr>
        </p:nvGraphicFramePr>
        <p:xfrm>
          <a:off x="1115616" y="3641613"/>
          <a:ext cx="7532687" cy="327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1" name="文档" r:id="rId10" imgW="4100518" imgH="1783144" progId="Word.Document.12">
                  <p:embed/>
                </p:oleObj>
              </mc:Choice>
              <mc:Fallback>
                <p:oleObj name="文档" r:id="rId10" imgW="4100518" imgH="1783144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641613"/>
                        <a:ext cx="7532687" cy="327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08304" y="5589240"/>
            <a:ext cx="18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取二者中的较小值。</a:t>
            </a:r>
          </a:p>
        </p:txBody>
      </p:sp>
    </p:spTree>
    <p:extLst>
      <p:ext uri="{BB962C8B-B14F-4D97-AF65-F5344CB8AC3E}">
        <p14:creationId xmlns:p14="http://schemas.microsoft.com/office/powerpoint/2010/main" val="103642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45961"/>
            <a:ext cx="3564396" cy="3120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67642" y="283874"/>
            <a:ext cx="43889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管安全：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259734"/>
              </p:ext>
            </p:extLst>
          </p:nvPr>
        </p:nvGraphicFramePr>
        <p:xfrm>
          <a:off x="5508104" y="1232756"/>
          <a:ext cx="1501667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" name="Equation" r:id="rId4" imgW="737240" imgH="228799" progId="Equation.DSMT4">
                  <p:embed/>
                </p:oleObj>
              </mc:Choice>
              <mc:Fallback>
                <p:oleObj name="Equation" r:id="rId4" imgW="737240" imgH="2287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232756"/>
                        <a:ext cx="1501667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291971"/>
              </p:ext>
            </p:extLst>
          </p:nvPr>
        </p:nvGraphicFramePr>
        <p:xfrm>
          <a:off x="5508104" y="1850188"/>
          <a:ext cx="2125736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" name="Equation" r:id="rId6" imgW="1041120" imgH="228600" progId="Equation.DSMT4">
                  <p:embed/>
                </p:oleObj>
              </mc:Choice>
              <mc:Fallback>
                <p:oleObj name="Equation" r:id="rId6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850188"/>
                        <a:ext cx="2125736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240820"/>
              </p:ext>
            </p:extLst>
          </p:nvPr>
        </p:nvGraphicFramePr>
        <p:xfrm>
          <a:off x="5544108" y="2528900"/>
          <a:ext cx="1404156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" name="Equation" r:id="rId8" imgW="686396" imgH="228799" progId="Equation.DSMT4">
                  <p:embed/>
                </p:oleObj>
              </mc:Choice>
              <mc:Fallback>
                <p:oleObj name="Equation" r:id="rId8" imgW="686396" imgH="2287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08" y="2528900"/>
                        <a:ext cx="1404156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561339"/>
              </p:ext>
            </p:extLst>
          </p:nvPr>
        </p:nvGraphicFramePr>
        <p:xfrm>
          <a:off x="1150938" y="3716338"/>
          <a:ext cx="7170737" cy="296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" name="文档" r:id="rId10" imgW="3856946" imgH="1592337" progId="Word.Document.12">
                  <p:embed/>
                </p:oleObj>
              </mc:Choice>
              <mc:Fallback>
                <p:oleObj name="文档" r:id="rId10" imgW="3856946" imgH="1592337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3716338"/>
                        <a:ext cx="7170737" cy="296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093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dirty="0"/>
              <a:t>乙类功率放大器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3918" y="1268760"/>
            <a:ext cx="20579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变压器耦合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01" y="1988840"/>
            <a:ext cx="819291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15955" y="1268760"/>
            <a:ext cx="10289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OTL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37958" y="1259220"/>
            <a:ext cx="10289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OCL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28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421" y="1520788"/>
            <a:ext cx="2618320" cy="241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79612" y="224644"/>
            <a:ext cx="20579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动态分析：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595" y="794973"/>
            <a:ext cx="20579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变压器耦合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447" y="794973"/>
            <a:ext cx="10289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OTL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317698" y="764704"/>
            <a:ext cx="10289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OCL</a:t>
            </a:r>
            <a:endParaRPr lang="zh-CN" alt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447" y="1529842"/>
            <a:ext cx="2608503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384" y="1615059"/>
            <a:ext cx="2516100" cy="232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85595" y="4257092"/>
                <a:ext cx="205794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0" dirty="0">
                    <a:latin typeface="Cambria Math"/>
                  </a:rPr>
                  <a:t>负载线斜率</a:t>
                </a:r>
                <a:r>
                  <a:rPr lang="en-US" altLang="zh-CN" sz="2000" b="0" dirty="0">
                    <a:latin typeface="Cambria Math"/>
                  </a:rPr>
                  <a:t>-1/R</a:t>
                </a:r>
                <a:r>
                  <a:rPr lang="en-US" altLang="zh-CN" sz="2000" b="0" baseline="-25000" dirty="0">
                    <a:latin typeface="Cambria Math"/>
                  </a:rPr>
                  <a:t>L</a:t>
                </a:r>
                <a:r>
                  <a:rPr lang="en-US" altLang="zh-CN" sz="2000" b="0" dirty="0">
                    <a:latin typeface="Cambria Math"/>
                  </a:rPr>
                  <a:t>’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  <a:ea typeface="Cambria Math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altLang="zh-CN" sz="2000" b="0" i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95" y="4257092"/>
                <a:ext cx="2057942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2959" t="-4192" r="-4734" b="-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57145" y="4257091"/>
                <a:ext cx="20579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0" dirty="0">
                    <a:latin typeface="Cambria Math"/>
                  </a:rPr>
                  <a:t>负载线斜率</a:t>
                </a:r>
                <a:r>
                  <a:rPr lang="en-US" altLang="zh-CN" sz="2000" b="0" dirty="0">
                    <a:latin typeface="Cambria Math"/>
                  </a:rPr>
                  <a:t>-1/R</a:t>
                </a:r>
                <a:r>
                  <a:rPr lang="en-US" altLang="zh-CN" sz="2000" b="0" baseline="-25000" dirty="0">
                    <a:latin typeface="Cambria Math"/>
                  </a:rPr>
                  <a:t>L</a:t>
                </a:r>
                <a:endParaRPr lang="en-US" altLang="zh-CN" sz="2000" b="0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  <a:ea typeface="Cambria Math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145" y="4257091"/>
                <a:ext cx="2057942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3254" t="-6034" r="-592" b="-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12384" y="4293096"/>
                <a:ext cx="20579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0" dirty="0">
                    <a:latin typeface="Cambria Math"/>
                  </a:rPr>
                  <a:t>负载线斜率</a:t>
                </a:r>
                <a:r>
                  <a:rPr lang="en-US" altLang="zh-CN" sz="2000" b="0" dirty="0">
                    <a:latin typeface="Cambria Math"/>
                  </a:rPr>
                  <a:t>-1/R</a:t>
                </a:r>
                <a:r>
                  <a:rPr lang="en-US" altLang="zh-CN" sz="2000" b="0" baseline="-25000" dirty="0">
                    <a:latin typeface="Cambria Math"/>
                  </a:rPr>
                  <a:t>L</a:t>
                </a:r>
                <a:endParaRPr lang="en-US" altLang="zh-CN" sz="2000" b="0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  <a:ea typeface="Cambria Math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384" y="4293096"/>
                <a:ext cx="2057942" cy="707886"/>
              </a:xfrm>
              <a:prstGeom prst="rect">
                <a:avLst/>
              </a:prstGeom>
              <a:blipFill rotWithShape="1">
                <a:blip r:embed="rId6"/>
                <a:stretch>
                  <a:fillRect l="-3264" t="-6034" r="-890" b="-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341740"/>
              </p:ext>
            </p:extLst>
          </p:nvPr>
        </p:nvGraphicFramePr>
        <p:xfrm>
          <a:off x="1079613" y="5193196"/>
          <a:ext cx="4356484" cy="676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6" name="Equation" r:id="rId7" imgW="2692400" imgH="419100" progId="Equation.DSMT4">
                  <p:embed/>
                </p:oleObj>
              </mc:Choice>
              <mc:Fallback>
                <p:oleObj name="Equation" r:id="rId7" imgW="2692400" imgH="4191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613" y="5193196"/>
                        <a:ext cx="4356484" cy="676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241826"/>
              </p:ext>
            </p:extLst>
          </p:nvPr>
        </p:nvGraphicFramePr>
        <p:xfrm>
          <a:off x="1602959" y="5841268"/>
          <a:ext cx="524915" cy="81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" name="Equation" r:id="rId9" imgW="279279" imgH="431613" progId="Equation.DSMT4">
                  <p:embed/>
                </p:oleObj>
              </mc:Choice>
              <mc:Fallback>
                <p:oleObj name="Equation" r:id="rId9" imgW="279279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959" y="5841268"/>
                        <a:ext cx="524915" cy="8145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419684"/>
              </p:ext>
            </p:extLst>
          </p:nvPr>
        </p:nvGraphicFramePr>
        <p:xfrm>
          <a:off x="3863335" y="5877272"/>
          <a:ext cx="615193" cy="872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" name="Equation" r:id="rId11" imgW="406224" imgH="583947" progId="Equation.DSMT4">
                  <p:embed/>
                </p:oleObj>
              </mc:Choice>
              <mc:Fallback>
                <p:oleObj name="Equation" r:id="rId11" imgW="406224" imgH="58394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335" y="5877272"/>
                        <a:ext cx="615193" cy="8727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855843"/>
              </p:ext>
            </p:extLst>
          </p:nvPr>
        </p:nvGraphicFramePr>
        <p:xfrm>
          <a:off x="6555958" y="5949280"/>
          <a:ext cx="536322" cy="83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9" name="Equation" r:id="rId13" imgW="279279" imgH="431613" progId="Equation.DSMT4">
                  <p:embed/>
                </p:oleObj>
              </mc:Choice>
              <mc:Fallback>
                <p:oleObj name="Equation" r:id="rId13" imgW="279279" imgH="43161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5958" y="5949280"/>
                        <a:ext cx="536322" cy="832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031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45201"/>
              </p:ext>
            </p:extLst>
          </p:nvPr>
        </p:nvGraphicFramePr>
        <p:xfrm>
          <a:off x="1151620" y="404664"/>
          <a:ext cx="7922106" cy="471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文档" r:id="rId3" imgW="4860891" imgH="2893784" progId="Word.Document.12">
                  <p:embed/>
                </p:oleObj>
              </mc:Choice>
              <mc:Fallback>
                <p:oleObj name="文档" r:id="rId3" imgW="4860891" imgH="289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1620" y="404664"/>
                        <a:ext cx="7922106" cy="4716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71106" y="4204466"/>
            <a:ext cx="2057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变压器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247964" y="4221019"/>
            <a:ext cx="1028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(OTL)</a:t>
            </a:r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948264" y="4253026"/>
            <a:ext cx="1028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(OCL)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2350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3628" y="404663"/>
            <a:ext cx="3780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直流电源输出电流波形：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007292" y="1007090"/>
            <a:ext cx="832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OTL</a:t>
            </a:r>
            <a:endParaRPr lang="zh-CN" altLang="en-US" sz="2400" dirty="0"/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103" y="1497289"/>
            <a:ext cx="2315774" cy="712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537" y="1583919"/>
            <a:ext cx="2034226" cy="62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204" y="1583919"/>
            <a:ext cx="2240834" cy="15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6552220" y="1007090"/>
            <a:ext cx="2434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OCL(</a:t>
            </a:r>
            <a:r>
              <a:rPr lang="zh-CN" altLang="en-US" sz="2400" dirty="0"/>
              <a:t>正负电源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1332469" y="1007089"/>
            <a:ext cx="267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变压器耦合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103" y="3141054"/>
            <a:ext cx="3780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直流电源提供功率：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198880" y="3633497"/>
                <a:ext cx="4513993" cy="757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000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zh-CN" altLang="en-US" sz="20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/>
                            </a:rPr>
                            <m:t>𝜋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/>
                                </a:rPr>
                                <m:t>𝐶𝐶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/>
                                </a:rPr>
                                <m:t>𝑐𝑚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/>
                            </a:rPr>
                            <m:t>𝑠𝑖𝑛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𝑡𝑑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𝑡</m:t>
                          </m:r>
                        </m:e>
                      </m:nary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000" i="1">
                              <a:latin typeface="Cambria Math"/>
                            </a:rPr>
                            <m:t>𝐶𝐶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000" i="1">
                              <a:latin typeface="Cambria Math"/>
                            </a:rPr>
                            <m:t>𝑐𝑚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880" y="3633497"/>
                <a:ext cx="4513993" cy="75745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940152" y="3751365"/>
            <a:ext cx="278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</a:t>
            </a:r>
            <a:r>
              <a:rPr lang="zh-CN" altLang="en-US" sz="2400" dirty="0"/>
              <a:t>变压器耦合、</a:t>
            </a:r>
            <a:r>
              <a:rPr lang="en-US" altLang="zh-CN" sz="2400" dirty="0"/>
              <a:t>OCL)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223628" y="4401108"/>
                <a:ext cx="4656659" cy="757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000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zh-CN" altLang="en-US" sz="20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/>
                            </a:rPr>
                            <m:t>𝜋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/>
                                </a:rPr>
                                <m:t>𝐶𝐶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/>
                                </a:rPr>
                                <m:t>𝑐𝑚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/>
                            </a:rPr>
                            <m:t>𝑠𝑖𝑛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𝑡𝑑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𝑡</m:t>
                          </m:r>
                        </m:e>
                      </m:nary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000" i="1">
                              <a:latin typeface="Cambria Math"/>
                            </a:rPr>
                            <m:t>𝐶𝐶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000" i="1">
                              <a:latin typeface="Cambria Math"/>
                            </a:rPr>
                            <m:t>𝑐𝑚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8" y="4401108"/>
                <a:ext cx="4656659" cy="7574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5976156" y="4545124"/>
            <a:ext cx="267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(OTL)</a:t>
            </a:r>
            <a:endParaRPr lang="zh-CN" alt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140102" y="5373216"/>
            <a:ext cx="52681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上面两个式子可以统一表示为：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390500" y="5868869"/>
                <a:ext cx="1849352" cy="6694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zh-CN" altLang="en-US" sz="200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a:rPr lang="zh-CN" altLang="en-US" sz="2000" i="1">
                          <a:latin typeface="Cambria Math"/>
                        </a:rPr>
                        <m:t>𝜉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/>
                            </a:rPr>
                            <m:t>𝑜</m:t>
                          </m:r>
                          <m:r>
                            <m:rPr>
                              <m:sty m:val="p"/>
                            </m:rPr>
                            <a:rPr lang="zh-CN" altLang="en-US" sz="2000">
                              <a:latin typeface="Cambria Math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00" y="5868869"/>
                <a:ext cx="1849352" cy="66941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43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284903"/>
              </p:ext>
            </p:extLst>
          </p:nvPr>
        </p:nvGraphicFramePr>
        <p:xfrm>
          <a:off x="1259632" y="728700"/>
          <a:ext cx="7773875" cy="8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1" name="Equation" r:id="rId3" imgW="3746500" imgH="393700" progId="Equation.DSMT4">
                  <p:embed/>
                </p:oleObj>
              </mc:Choice>
              <mc:Fallback>
                <p:oleObj name="Equation" r:id="rId3" imgW="37465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728700"/>
                        <a:ext cx="7773875" cy="8110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102080"/>
              </p:ext>
            </p:extLst>
          </p:nvPr>
        </p:nvGraphicFramePr>
        <p:xfrm>
          <a:off x="1223628" y="1988840"/>
          <a:ext cx="5241928" cy="47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2" name="Equation" r:id="rId5" imgW="2527300" imgH="228600" progId="Equation.DSMT4">
                  <p:embed/>
                </p:oleObj>
              </mc:Choice>
              <mc:Fallback>
                <p:oleObj name="Equation" r:id="rId5" imgW="25273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628" y="1988840"/>
                        <a:ext cx="5241928" cy="474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450599"/>
              </p:ext>
            </p:extLst>
          </p:nvPr>
        </p:nvGraphicFramePr>
        <p:xfrm>
          <a:off x="6377792" y="1844824"/>
          <a:ext cx="2769319" cy="8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3" name="Equation" r:id="rId7" imgW="1333500" imgH="393700" progId="Equation.DSMT4">
                  <p:embed/>
                </p:oleObj>
              </mc:Choice>
              <mc:Fallback>
                <p:oleObj name="Equation" r:id="rId7" imgW="13335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7792" y="1844824"/>
                        <a:ext cx="2769319" cy="8110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010564"/>
              </p:ext>
            </p:extLst>
          </p:nvPr>
        </p:nvGraphicFramePr>
        <p:xfrm>
          <a:off x="1267175" y="2739090"/>
          <a:ext cx="5321049" cy="126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4" name="Equation" r:id="rId9" imgW="2565400" imgH="609600" progId="Equation.DSMT4">
                  <p:embed/>
                </p:oleObj>
              </mc:Choice>
              <mc:Fallback>
                <p:oleObj name="Equation" r:id="rId9" imgW="2565400" imgH="60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175" y="2739090"/>
                        <a:ext cx="5321049" cy="12659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678428"/>
              </p:ext>
            </p:extLst>
          </p:nvPr>
        </p:nvGraphicFramePr>
        <p:xfrm>
          <a:off x="1187624" y="4113076"/>
          <a:ext cx="5004555" cy="81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5" name="Equation" r:id="rId11" imgW="2413000" imgH="393700" progId="Equation.DSMT4">
                  <p:embed/>
                </p:oleObj>
              </mc:Choice>
              <mc:Fallback>
                <p:oleObj name="Equation" r:id="rId11" imgW="2413000" imgH="393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113076"/>
                        <a:ext cx="5004555" cy="8110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014644"/>
              </p:ext>
            </p:extLst>
          </p:nvPr>
        </p:nvGraphicFramePr>
        <p:xfrm>
          <a:off x="6246115" y="4270184"/>
          <a:ext cx="1602249" cy="4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6" name="Equation" r:id="rId13" imgW="774364" imgH="215806" progId="Equation.DSMT4">
                  <p:embed/>
                </p:oleObj>
              </mc:Choice>
              <mc:Fallback>
                <p:oleObj name="Equation" r:id="rId13" imgW="774364" imgH="21580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115" y="4270184"/>
                        <a:ext cx="1602249" cy="4549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340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236257"/>
            <a:ext cx="3780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管安全：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013385"/>
                  </p:ext>
                </p:extLst>
              </p:nvPr>
            </p:nvGraphicFramePr>
            <p:xfrm>
              <a:off x="1151620" y="1052736"/>
              <a:ext cx="7620000" cy="27497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2501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变压器耦合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OTL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OCL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50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𝐶𝐸𝑚𝑎𝑥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𝐶𝐶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𝐶𝐶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𝐶𝐶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501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𝑐𝑚𝑎𝑥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𝐶𝐶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𝐶𝐶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sub>
                                      <m:sup/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𝐶𝐶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sub>
                                      <m:sup/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501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𝑐𝑚𝑎𝑥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0.2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𝑜𝑚𝑎𝑥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0.2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𝑜𝑚𝑎𝑥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0.2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𝑜𝑚𝑎𝑥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013385"/>
                  </p:ext>
                </p:extLst>
              </p:nvPr>
            </p:nvGraphicFramePr>
            <p:xfrm>
              <a:off x="1151620" y="1052736"/>
              <a:ext cx="7620000" cy="2716287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905000"/>
                    <a:gridCol w="1905000"/>
                    <a:gridCol w="1905000"/>
                    <a:gridCol w="1905000"/>
                  </a:tblGrid>
                  <a:tr h="62501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/>
                            <a:t>变压器耦合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OTL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OCL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6250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19" t="-100000" r="-299361" b="-233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641" t="-100000" r="-200321" b="-233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200000" t="-100000" r="-99681" b="-233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0962" t="-100000" b="-233981"/>
                          </a:stretch>
                        </a:blipFill>
                      </a:tcPr>
                    </a:tc>
                  </a:tr>
                  <a:tr h="8412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19" t="-149275" r="-299361" b="-7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641" t="-149275" r="-200321" b="-7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200000" t="-149275" r="-99681" b="-74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0962" t="-149275" b="-74638"/>
                          </a:stretch>
                        </a:blipFill>
                      </a:tcPr>
                    </a:tc>
                  </a:tr>
                  <a:tr h="6250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19" t="-337255" r="-299361" b="-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641" t="-337255" r="-200321" b="-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200000" t="-337255" r="-99681" b="-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0962" t="-337255" b="-98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1043608" y="4617132"/>
            <a:ext cx="53285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则输出最大功率受到以下约束：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886431"/>
              </p:ext>
            </p:extLst>
          </p:nvPr>
        </p:nvGraphicFramePr>
        <p:xfrm>
          <a:off x="1259632" y="6021288"/>
          <a:ext cx="1566174" cy="452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2" name="Equation" r:id="rId4" imgW="787400" imgH="228600" progId="Equation.DSMT4">
                  <p:embed/>
                </p:oleObj>
              </mc:Choice>
              <mc:Fallback>
                <p:oleObj name="Equation" r:id="rId4" imgW="7874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6021288"/>
                        <a:ext cx="1566174" cy="452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538061"/>
              </p:ext>
            </p:extLst>
          </p:nvPr>
        </p:nvGraphicFramePr>
        <p:xfrm>
          <a:off x="1231149" y="5157192"/>
          <a:ext cx="7185758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" name="Equation" r:id="rId6" imgW="3543120" imgH="393480" progId="Equation.DSMT4">
                  <p:embed/>
                </p:oleObj>
              </mc:Choice>
              <mc:Fallback>
                <p:oleObj name="Equation" r:id="rId6" imgW="354312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149" y="5157192"/>
                        <a:ext cx="7185758" cy="79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608" y="4124689"/>
            <a:ext cx="53285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管子安全的要求：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792410"/>
              </p:ext>
            </p:extLst>
          </p:nvPr>
        </p:nvGraphicFramePr>
        <p:xfrm>
          <a:off x="7092280" y="4160238"/>
          <a:ext cx="1355750" cy="42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4" name="Equation" r:id="rId8" imgW="737240" imgH="228799" progId="Equation.DSMT4">
                  <p:embed/>
                </p:oleObj>
              </mc:Choice>
              <mc:Fallback>
                <p:oleObj name="Equation" r:id="rId8" imgW="737240" imgH="22879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4160238"/>
                        <a:ext cx="1355750" cy="421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493941"/>
              </p:ext>
            </p:extLst>
          </p:nvPr>
        </p:nvGraphicFramePr>
        <p:xfrm>
          <a:off x="3707904" y="4159522"/>
          <a:ext cx="1918974" cy="422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5" name="Equation" r:id="rId10" imgW="1041120" imgH="228600" progId="Equation.DSMT4">
                  <p:embed/>
                </p:oleObj>
              </mc:Choice>
              <mc:Fallback>
                <p:oleObj name="Equation" r:id="rId10" imgW="1041120" imgH="228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159522"/>
                        <a:ext cx="1918974" cy="422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460025"/>
              </p:ext>
            </p:extLst>
          </p:nvPr>
        </p:nvGraphicFramePr>
        <p:xfrm>
          <a:off x="5738035" y="4159522"/>
          <a:ext cx="1268329" cy="422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6" name="Equation" r:id="rId12" imgW="686396" imgH="228799" progId="Equation.DSMT4">
                  <p:embed/>
                </p:oleObj>
              </mc:Choice>
              <mc:Fallback>
                <p:oleObj name="Equation" r:id="rId12" imgW="686396" imgH="228799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8035" y="4159522"/>
                        <a:ext cx="1268329" cy="422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747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dirty="0"/>
              <a:t>几个改进电路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624" y="1268760"/>
            <a:ext cx="46502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起始偏置（克服交越失真）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402" y="2852936"/>
            <a:ext cx="2376264" cy="3210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92" y="2852936"/>
            <a:ext cx="2772308" cy="3412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249105" y="2132856"/>
            <a:ext cx="267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二极管偏置电路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92" y="2132855"/>
            <a:ext cx="2674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V</a:t>
            </a:r>
            <a:r>
              <a:rPr lang="en-US" altLang="zh-CN" sz="2400" baseline="-25000" dirty="0"/>
              <a:t>BE</a:t>
            </a:r>
            <a:r>
              <a:rPr lang="zh-CN" altLang="en-US" sz="2400" dirty="0"/>
              <a:t>倍增电路</a:t>
            </a:r>
            <a:endParaRPr lang="en-US" altLang="zh-CN" sz="2400" dirty="0"/>
          </a:p>
          <a:p>
            <a:r>
              <a:rPr lang="zh-CN" altLang="en-US" sz="2400" dirty="0"/>
              <a:t>（恒压源）</a:t>
            </a:r>
          </a:p>
        </p:txBody>
      </p:sp>
    </p:spTree>
    <p:extLst>
      <p:ext uri="{BB962C8B-B14F-4D97-AF65-F5344CB8AC3E}">
        <p14:creationId xmlns:p14="http://schemas.microsoft.com/office/powerpoint/2010/main" val="30721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5927" y="516158"/>
            <a:ext cx="3180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自举电路：</a:t>
            </a:r>
            <a:endParaRPr lang="en-US" altLang="zh-CN" dirty="0"/>
          </a:p>
          <a:p>
            <a:r>
              <a:rPr lang="zh-CN" altLang="zh-CN" dirty="0"/>
              <a:t>增大最大输出电压幅度</a:t>
            </a:r>
            <a:r>
              <a:rPr lang="zh-CN" altLang="en-US" dirty="0"/>
              <a:t>，获得充分激励</a:t>
            </a:r>
          </a:p>
        </p:txBody>
      </p:sp>
      <p:pic>
        <p:nvPicPr>
          <p:cNvPr id="5" name="Picture 9" descr="1-3-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6" t="43510" r="29359" b="11990"/>
          <a:stretch>
            <a:fillRect/>
          </a:stretch>
        </p:blipFill>
        <p:spPr bwMode="auto">
          <a:xfrm>
            <a:off x="1175927" y="1628799"/>
            <a:ext cx="3672408" cy="429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1-3-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" b="14989"/>
          <a:stretch>
            <a:fillRect/>
          </a:stretch>
        </p:blipFill>
        <p:spPr bwMode="auto">
          <a:xfrm>
            <a:off x="5220072" y="2240868"/>
            <a:ext cx="3627438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20072" y="512676"/>
            <a:ext cx="31800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保护电路：</a:t>
            </a:r>
            <a:endParaRPr lang="en-US" altLang="zh-CN" dirty="0"/>
          </a:p>
          <a:p>
            <a:r>
              <a:rPr lang="zh-CN" altLang="en-US" dirty="0"/>
              <a:t>输出电流保护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208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5927" y="516158"/>
            <a:ext cx="31800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BTL</a:t>
            </a:r>
            <a:r>
              <a:rPr lang="zh-CN" altLang="en-US" dirty="0"/>
              <a:t>电路：</a:t>
            </a:r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827195092"/>
              </p:ext>
            </p:extLst>
          </p:nvPr>
        </p:nvGraphicFramePr>
        <p:xfrm>
          <a:off x="1943708" y="1448780"/>
          <a:ext cx="3600400" cy="2403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Image" r:id="rId3" imgW="14899592" imgH="9942857" progId="Photoshop.Image.7">
                  <p:embed/>
                </p:oleObj>
              </mc:Choice>
              <mc:Fallback>
                <p:oleObj name="Image" r:id="rId3" imgW="14899592" imgH="9942857" progId="Photoshop.Image.7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708" y="1448780"/>
                        <a:ext cx="3600400" cy="2403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11931" y="4257092"/>
            <a:ext cx="753653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特点：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由两组</a:t>
            </a:r>
            <a:r>
              <a:rPr lang="en-US" altLang="zh-CN" dirty="0"/>
              <a:t>OTL</a:t>
            </a:r>
            <a:r>
              <a:rPr lang="zh-CN" altLang="en-US" dirty="0"/>
              <a:t>（或</a:t>
            </a:r>
            <a:r>
              <a:rPr lang="en-US" altLang="zh-CN" dirty="0"/>
              <a:t>OCL</a:t>
            </a:r>
            <a:r>
              <a:rPr lang="zh-CN" altLang="en-US" dirty="0"/>
              <a:t>）功放构成，共</a:t>
            </a:r>
            <a:r>
              <a:rPr lang="en-US" altLang="zh-CN" dirty="0"/>
              <a:t>4</a:t>
            </a:r>
            <a:r>
              <a:rPr lang="zh-CN" altLang="en-US" dirty="0"/>
              <a:t>个功率管；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输入极性相反的两个信号；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负载电压是</a:t>
            </a:r>
            <a:r>
              <a:rPr lang="en-US" altLang="zh-CN" dirty="0"/>
              <a:t>OTL</a:t>
            </a:r>
            <a:r>
              <a:rPr lang="zh-CN" altLang="en-US" dirty="0"/>
              <a:t>（或</a:t>
            </a:r>
            <a:r>
              <a:rPr lang="en-US" altLang="zh-CN" dirty="0"/>
              <a:t>OCL</a:t>
            </a:r>
            <a:r>
              <a:rPr lang="zh-CN" altLang="en-US" dirty="0"/>
              <a:t>）的</a:t>
            </a:r>
            <a:r>
              <a:rPr lang="en-US" altLang="zh-CN" dirty="0"/>
              <a:t>2</a:t>
            </a:r>
            <a:r>
              <a:rPr lang="zh-CN" altLang="en-US" dirty="0"/>
              <a:t>倍，相应的输出功率增大到</a:t>
            </a:r>
            <a:r>
              <a:rPr lang="en-US" altLang="zh-CN" dirty="0"/>
              <a:t>4</a:t>
            </a:r>
            <a:r>
              <a:rPr lang="zh-CN" altLang="en-US" dirty="0"/>
              <a:t>倍。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负载两端都不接地。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376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dirty="0"/>
              <a:t>整流电路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091" y="2564903"/>
            <a:ext cx="278130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091" y="1302988"/>
            <a:ext cx="3443090" cy="1332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140" y="4941168"/>
            <a:ext cx="3878723" cy="16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169728" y="1457745"/>
            <a:ext cx="20241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半波整流：</a:t>
            </a:r>
            <a:endParaRPr lang="en-US" altLang="zh-CN" dirty="0"/>
          </a:p>
        </p:txBody>
      </p:sp>
      <p:sp>
        <p:nvSpPr>
          <p:cNvPr id="10" name="TextBox 9"/>
          <p:cNvSpPr txBox="1"/>
          <p:nvPr/>
        </p:nvSpPr>
        <p:spPr>
          <a:xfrm>
            <a:off x="1175926" y="2996952"/>
            <a:ext cx="20241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全波整流：</a:t>
            </a:r>
            <a:endParaRPr lang="en-US" altLang="zh-CN" dirty="0"/>
          </a:p>
        </p:txBody>
      </p:sp>
      <p:sp>
        <p:nvSpPr>
          <p:cNvPr id="11" name="TextBox 10"/>
          <p:cNvSpPr txBox="1"/>
          <p:nvPr/>
        </p:nvSpPr>
        <p:spPr>
          <a:xfrm>
            <a:off x="1176061" y="4954392"/>
            <a:ext cx="20241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桥式整流：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294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AEF44056-381D-4285-AF16-2B36562E9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32856"/>
            <a:ext cx="405749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>
            <a:extLst>
              <a:ext uri="{FF2B5EF4-FFF2-40B4-BE49-F238E27FC236}">
                <a16:creationId xmlns:a16="http://schemas.microsoft.com/office/drawing/2014/main" id="{37C91CB3-8131-42AF-B95A-996B39E57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108" y="1052736"/>
            <a:ext cx="2628292" cy="4242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323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dirty="0"/>
              <a:t>稳压电路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56" y="2384884"/>
            <a:ext cx="3984004" cy="261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92" y="2384884"/>
            <a:ext cx="3619168" cy="2613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169728" y="1457745"/>
            <a:ext cx="49504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串联稳压电路，两种基本电路：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869456" y="5116238"/>
            <a:ext cx="751896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400" dirty="0"/>
              <a:t>1. </a:t>
            </a:r>
            <a:r>
              <a:rPr lang="zh-CN" altLang="zh-CN" sz="2400" dirty="0"/>
              <a:t>调整管、取样电路、比较放大、基准电压各是哪些元件？</a:t>
            </a:r>
          </a:p>
          <a:p>
            <a:pPr lvl="1"/>
            <a:r>
              <a:rPr lang="en-US" altLang="zh-CN" sz="2400" dirty="0"/>
              <a:t>2. </a:t>
            </a:r>
            <a:r>
              <a:rPr lang="zh-CN" altLang="zh-CN" sz="2400" dirty="0"/>
              <a:t>稳压过程（定性）</a:t>
            </a:r>
          </a:p>
          <a:p>
            <a:pPr lvl="1"/>
            <a:r>
              <a:rPr lang="en-US" altLang="zh-CN" sz="2400" dirty="0"/>
              <a:t>3. </a:t>
            </a:r>
            <a:r>
              <a:rPr lang="zh-CN" altLang="zh-CN" sz="2400" dirty="0"/>
              <a:t>输出电压调节范围</a:t>
            </a:r>
          </a:p>
        </p:txBody>
      </p:sp>
    </p:spTree>
    <p:extLst>
      <p:ext uri="{BB962C8B-B14F-4D97-AF65-F5344CB8AC3E}">
        <p14:creationId xmlns:p14="http://schemas.microsoft.com/office/powerpoint/2010/main" val="50741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75711" y="368660"/>
            <a:ext cx="49504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开关稳压电路：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331640" y="4836638"/>
            <a:ext cx="712879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主要优点：</a:t>
            </a:r>
            <a:r>
              <a:rPr lang="zh-CN" altLang="en-US" dirty="0"/>
              <a:t>调整</a:t>
            </a:r>
            <a:r>
              <a:rPr lang="zh-CN" altLang="zh-CN" dirty="0"/>
              <a:t>管工作在开关状态，功耗小，电路效率高。（串联稳压电路中调整管工作在放大状态，功耗大，电路效率低）。</a:t>
            </a:r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425" y="901519"/>
            <a:ext cx="4356484" cy="371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71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正弦波振荡器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495919775"/>
              </p:ext>
            </p:extLst>
          </p:nvPr>
        </p:nvGraphicFramePr>
        <p:xfrm>
          <a:off x="1007604" y="1088740"/>
          <a:ext cx="7956884" cy="496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49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15616" y="368660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/>
              <a:t>振荡的三个条件</a:t>
            </a:r>
            <a:r>
              <a:rPr lang="zh-CN" altLang="en-US" sz="2800" dirty="0"/>
              <a:t>：（幅度和相位）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304037"/>
              </p:ext>
            </p:extLst>
          </p:nvPr>
        </p:nvGraphicFramePr>
        <p:xfrm>
          <a:off x="2678190" y="1304764"/>
          <a:ext cx="4645849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1" name="Equation" r:id="rId3" imgW="2552700" imgH="254000" progId="Equation.DSMT4">
                  <p:embed/>
                </p:oleObj>
              </mc:Choice>
              <mc:Fallback>
                <p:oleObj name="Equation" r:id="rId3" imgW="25527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90" y="1304764"/>
                        <a:ext cx="4645849" cy="4680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420680"/>
              </p:ext>
            </p:extLst>
          </p:nvPr>
        </p:nvGraphicFramePr>
        <p:xfrm>
          <a:off x="2642186" y="1916832"/>
          <a:ext cx="553021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2" name="Equation" r:id="rId5" imgW="3048000" imgH="241300" progId="Equation.DSMT4">
                  <p:embed/>
                </p:oleObj>
              </mc:Choice>
              <mc:Fallback>
                <p:oleObj name="Equation" r:id="rId5" imgW="3048000" imgH="241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186" y="1916832"/>
                        <a:ext cx="5530214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463567"/>
              </p:ext>
            </p:extLst>
          </p:nvPr>
        </p:nvGraphicFramePr>
        <p:xfrm>
          <a:off x="2656588" y="2960948"/>
          <a:ext cx="333541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3" name="Equation" r:id="rId7" imgW="1841500" imgH="241300" progId="Equation.DSMT4">
                  <p:embed/>
                </p:oleObj>
              </mc:Choice>
              <mc:Fallback>
                <p:oleObj name="Equation" r:id="rId7" imgW="18415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588" y="2960948"/>
                        <a:ext cx="3335411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254895"/>
              </p:ext>
            </p:extLst>
          </p:nvPr>
        </p:nvGraphicFramePr>
        <p:xfrm>
          <a:off x="2584580" y="3609020"/>
          <a:ext cx="645191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4" name="Equation" r:id="rId9" imgW="3048000" imgH="241300" progId="Equation.DSMT4">
                  <p:embed/>
                </p:oleObj>
              </mc:Choice>
              <mc:Fallback>
                <p:oleObj name="Equation" r:id="rId9" imgW="30480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580" y="3609020"/>
                        <a:ext cx="6451916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373686"/>
              </p:ext>
            </p:extLst>
          </p:nvPr>
        </p:nvGraphicFramePr>
        <p:xfrm>
          <a:off x="2711208" y="4653136"/>
          <a:ext cx="1881809" cy="756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5" name="Equation" r:id="rId10" imgW="1066800" imgH="431800" progId="Equation.DSMT4">
                  <p:embed/>
                </p:oleObj>
              </mc:Choice>
              <mc:Fallback>
                <p:oleObj name="Equation" r:id="rId10" imgW="10668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208" y="4653136"/>
                        <a:ext cx="1881809" cy="7560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829333"/>
              </p:ext>
            </p:extLst>
          </p:nvPr>
        </p:nvGraphicFramePr>
        <p:xfrm>
          <a:off x="2783216" y="5661248"/>
          <a:ext cx="189679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6" name="Equation" r:id="rId12" imgW="1143000" imgH="393700" progId="Equation.DSMT4">
                  <p:embed/>
                </p:oleObj>
              </mc:Choice>
              <mc:Fallback>
                <p:oleObj name="Equation" r:id="rId12" imgW="1143000" imgH="393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216" y="5661248"/>
                        <a:ext cx="189679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971600" y="1280373"/>
            <a:ext cx="185178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平衡条件：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028023" y="2888940"/>
            <a:ext cx="185178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起振条件：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007604" y="4725144"/>
            <a:ext cx="185178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稳定条件：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389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223628" y="476672"/>
                <a:ext cx="7380820" cy="2564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LC</a:t>
                </a:r>
                <a:r>
                  <a:rPr lang="zh-CN" altLang="zh-CN" sz="2800" dirty="0"/>
                  <a:t>振荡器</a:t>
                </a:r>
                <a:r>
                  <a:rPr lang="zh-CN" altLang="en-US" sz="2800" dirty="0"/>
                  <a:t>：</a:t>
                </a:r>
                <a:endParaRPr lang="zh-CN" altLang="zh-CN" sz="2800" dirty="0"/>
              </a:p>
              <a:p>
                <a:r>
                  <a:rPr lang="en-US" altLang="zh-CN" sz="2400" dirty="0"/>
                  <a:t>1. </a:t>
                </a:r>
                <a:r>
                  <a:rPr lang="zh-CN" altLang="zh-CN" sz="2400" dirty="0"/>
                  <a:t>会画直流通路（电容开路，电感短路）、交流通路（直流电源</a:t>
                </a:r>
                <a:r>
                  <a:rPr lang="zh-CN" altLang="en-US" sz="2400" dirty="0"/>
                  <a:t>接地</a:t>
                </a:r>
                <a:r>
                  <a:rPr lang="zh-CN" altLang="zh-CN" sz="2400" dirty="0"/>
                  <a:t>，大电容短路，扼流圈开路）</a:t>
                </a:r>
                <a:r>
                  <a:rPr lang="zh-CN" altLang="en-US" sz="2400" dirty="0"/>
                  <a:t>，近似计算振荡频率</a:t>
                </a:r>
                <a:r>
                  <a:rPr lang="el-GR" altLang="zh-CN" sz="2400" dirty="0"/>
                  <a:t>ω</a:t>
                </a:r>
                <a:r>
                  <a:rPr lang="en-US" altLang="zh-CN" sz="2400" baseline="-25000" dirty="0" err="1"/>
                  <a:t>osc</a:t>
                </a:r>
                <a:r>
                  <a:rPr lang="zh-CN" altLang="zh-CN" sz="2400" dirty="0"/>
                  <a:t>。</a:t>
                </a:r>
                <a:r>
                  <a:rPr lang="zh-CN" altLang="en-US" sz="2400" dirty="0"/>
                  <a:t>（</a:t>
                </a:r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𝑜𝑠𝑐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𝑜𝑠𝑐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）</a:t>
                </a:r>
                <a:endParaRPr lang="en-US" altLang="zh-CN" sz="2400" dirty="0"/>
              </a:p>
              <a:p>
                <a:r>
                  <a:rPr lang="zh-CN" altLang="zh-CN" sz="2400" dirty="0"/>
                  <a:t>从直流偏置和相位条件判断是否会振荡，包括电路中含有</a:t>
                </a:r>
                <a:r>
                  <a:rPr lang="en-US" altLang="zh-CN" sz="2400" dirty="0"/>
                  <a:t>LC</a:t>
                </a:r>
                <a:r>
                  <a:rPr lang="zh-CN" altLang="zh-CN" sz="2400" dirty="0"/>
                  <a:t>串联或并联谐振电路时。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8" y="476672"/>
                <a:ext cx="7380820" cy="2564676"/>
              </a:xfrm>
              <a:prstGeom prst="rect">
                <a:avLst/>
              </a:prstGeom>
              <a:blipFill>
                <a:blip r:embed="rId2"/>
                <a:stretch>
                  <a:fillRect l="-1736" t="-3088" b="-4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3734959"/>
            <a:ext cx="2412268" cy="178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762" y="3032956"/>
            <a:ext cx="1852526" cy="152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798" y="4976671"/>
            <a:ext cx="1768744" cy="165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409" y="3645024"/>
            <a:ext cx="2681771" cy="1805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666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9652" y="548680"/>
            <a:ext cx="651672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定性了解</a:t>
            </a:r>
            <a:r>
              <a:rPr lang="en-US" altLang="zh-CN" dirty="0"/>
              <a:t>LC</a:t>
            </a:r>
            <a:r>
              <a:rPr lang="zh-CN" altLang="zh-CN" dirty="0"/>
              <a:t>振荡器频率稳定度</a:t>
            </a:r>
            <a:endParaRPr lang="zh-CN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439652" y="1063189"/>
            <a:ext cx="63727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如要提高频率稳定度，则要求：稳定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值，提高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LC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谐振路的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Q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值，减小负载对电路的影响（加射极跟随器）等。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0" y="0"/>
          <a:ext cx="1143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367644" y="2287295"/>
            <a:ext cx="651672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zh-CN" dirty="0"/>
              <a:t>克拉泼振荡电路</a:t>
            </a:r>
          </a:p>
          <a:p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）电路特点：串联小电容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3</a:t>
            </a:r>
            <a:endParaRPr lang="zh-CN" altLang="zh-CN" sz="2400" baseline="-25000" dirty="0"/>
          </a:p>
          <a:p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）优点：频率稳定；缺点：频率不可调。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3509690"/>
            <a:ext cx="2862912" cy="261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678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11660" y="368660"/>
            <a:ext cx="63544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西勒</a:t>
            </a:r>
            <a:r>
              <a:rPr lang="zh-CN" altLang="zh-CN" dirty="0"/>
              <a:t>电路</a:t>
            </a:r>
          </a:p>
          <a:p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）电路特点：</a:t>
            </a:r>
            <a:r>
              <a:rPr lang="zh-CN" altLang="en-US" sz="2400" dirty="0"/>
              <a:t>在克拉泼电路的基础上，</a:t>
            </a:r>
            <a:r>
              <a:rPr lang="en-US" altLang="zh-CN" sz="2400" dirty="0"/>
              <a:t>L</a:t>
            </a:r>
            <a:r>
              <a:rPr lang="zh-CN" altLang="zh-CN" sz="2400" dirty="0"/>
              <a:t>并联可变电容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4</a:t>
            </a:r>
          </a:p>
          <a:p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）优点：频率稳定又可调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096852"/>
            <a:ext cx="3561564" cy="2556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019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333FF"/>
      </a:hlink>
      <a:folHlink>
        <a:srgbClr val="3333FF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3333FF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6335</TotalTime>
  <Words>1096</Words>
  <Application>Microsoft Office PowerPoint</Application>
  <PresentationFormat>全屏显示(4:3)</PresentationFormat>
  <Paragraphs>165</Paragraphs>
  <Slides>31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31</vt:i4>
      </vt:variant>
      <vt:variant>
        <vt:lpstr>自定义放映</vt:lpstr>
      </vt:variant>
      <vt:variant>
        <vt:i4>3</vt:i4>
      </vt:variant>
    </vt:vector>
  </HeadingPairs>
  <TitlesOfParts>
    <vt:vector size="44" baseType="lpstr"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Equation</vt:lpstr>
      <vt:lpstr>文档</vt:lpstr>
      <vt:lpstr>Image</vt:lpstr>
      <vt:lpstr>考试信息</vt:lpstr>
      <vt:lpstr>功率放大器</vt:lpstr>
      <vt:lpstr>学习要求</vt:lpstr>
      <vt:lpstr>学习要求</vt:lpstr>
      <vt:lpstr>甲类变压器耦合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乙类功率放大器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几个改进电路</vt:lpstr>
      <vt:lpstr>PowerPoint 演示文稿</vt:lpstr>
      <vt:lpstr>PowerPoint 演示文稿</vt:lpstr>
      <vt:lpstr>整流电路</vt:lpstr>
      <vt:lpstr>PowerPoint 演示文稿</vt:lpstr>
      <vt:lpstr>稳压电路</vt:lpstr>
      <vt:lpstr>PowerPoint 演示文稿</vt:lpstr>
      <vt:lpstr>正弦波振荡器</vt:lpstr>
      <vt:lpstr>PowerPoint 演示文稿</vt:lpstr>
      <vt:lpstr>PowerPoint 演示文稿</vt:lpstr>
      <vt:lpstr>PowerPoint 演示文稿</vt:lpstr>
      <vt:lpstr>PowerPoint 演示文稿</vt:lpstr>
      <vt:lpstr>自定义放映 1</vt:lpstr>
      <vt:lpstr>自定义放映 2</vt:lpstr>
      <vt:lpstr>自定义放映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zjj</dc:creator>
  <cp:lastModifiedBy>chaoxian</cp:lastModifiedBy>
  <cp:revision>303</cp:revision>
  <dcterms:created xsi:type="dcterms:W3CDTF">2003-08-22T04:33:30Z</dcterms:created>
  <dcterms:modified xsi:type="dcterms:W3CDTF">2026-04-20T05:04:25Z</dcterms:modified>
</cp:coreProperties>
</file>